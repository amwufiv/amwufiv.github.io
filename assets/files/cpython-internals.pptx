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14.xml" ContentType="application/vnd.openxmlformats-officedocument.presentationml.slide+xml"/>
  <Override PartName="/ppt/slideLayouts/slideLayout1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3004800" cy="9753600" type="screen16x9"/>
  <p:notesSz cx="6858000" cy="9144000"/>
  <p:embeddedFontLst/>
  <p:defaultTextStyle>
    <a:defPPr marL="0" marR="0" indent="0" algn="l" defTabSz="914400" rtl="false" fontAlgn="auto" latinLnBrk="true" hangingPunct="false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false" sz="1800" b="false" i="false" u="none" strike="noStrike" cap="none" spc="0" normalizeH="false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7022" rtl="false" fontAlgn="auto" latinLnBrk="false" hangingPunct="false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false" sz="2400" b="false" i="false" u="none" strike="noStrike" cap="none" spc="0" normalizeH="false" baseline="0">
        <a:ln>
          <a:noFill/>
        </a:ln>
        <a:solidFill>
          <a:schemeClr val="accent6">
            <a:hueOff val="10811956"/>
            <a:satOff val="-58544"/>
            <a:lumOff val="-9736"/>
          </a:schemeClr>
        </a:solidFill>
        <a:effectLst/>
        <a:uFillTx/>
        <a:latin typeface="Helvetica"/>
        <a:ea typeface="Helvetica"/>
        <a:cs typeface="Helvetica"/>
        <a:sym typeface="Helvetica"/>
      </a:defRPr>
    </a:lvl1pPr>
    <a:lvl2pPr marL="0" marR="0" indent="228600" algn="ctr" defTabSz="587022" rtl="false" fontAlgn="auto" latinLnBrk="false" hangingPunct="false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false" sz="2400" b="false" i="false" u="none" strike="noStrike" cap="none" spc="0" normalizeH="false" baseline="0">
        <a:ln>
          <a:noFill/>
        </a:ln>
        <a:solidFill>
          <a:schemeClr val="accent6">
            <a:hueOff val="10811956"/>
            <a:satOff val="-58544"/>
            <a:lumOff val="-9736"/>
          </a:schemeClr>
        </a:solidFill>
        <a:effectLst/>
        <a:uFillTx/>
        <a:latin typeface="Helvetica"/>
        <a:ea typeface="Helvetica"/>
        <a:cs typeface="Helvetica"/>
        <a:sym typeface="Helvetica"/>
      </a:defRPr>
    </a:lvl2pPr>
    <a:lvl3pPr marL="0" marR="0" indent="457200" algn="ctr" defTabSz="587022" rtl="false" fontAlgn="auto" latinLnBrk="false" hangingPunct="false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false" sz="2400" b="false" i="false" u="none" strike="noStrike" cap="none" spc="0" normalizeH="false" baseline="0">
        <a:ln>
          <a:noFill/>
        </a:ln>
        <a:solidFill>
          <a:schemeClr val="accent6">
            <a:hueOff val="10811956"/>
            <a:satOff val="-58544"/>
            <a:lumOff val="-9736"/>
          </a:schemeClr>
        </a:solidFill>
        <a:effectLst/>
        <a:uFillTx/>
        <a:latin typeface="Helvetica"/>
        <a:ea typeface="Helvetica"/>
        <a:cs typeface="Helvetica"/>
        <a:sym typeface="Helvetica"/>
      </a:defRPr>
    </a:lvl3pPr>
    <a:lvl4pPr marL="0" marR="0" indent="685800" algn="ctr" defTabSz="587022" rtl="false" fontAlgn="auto" latinLnBrk="false" hangingPunct="false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false" sz="2400" b="false" i="false" u="none" strike="noStrike" cap="none" spc="0" normalizeH="false" baseline="0">
        <a:ln>
          <a:noFill/>
        </a:ln>
        <a:solidFill>
          <a:schemeClr val="accent6">
            <a:hueOff val="10811956"/>
            <a:satOff val="-58544"/>
            <a:lumOff val="-9736"/>
          </a:schemeClr>
        </a:solidFill>
        <a:effectLst/>
        <a:uFillTx/>
        <a:latin typeface="Helvetica"/>
        <a:ea typeface="Helvetica"/>
        <a:cs typeface="Helvetica"/>
        <a:sym typeface="Helvetica"/>
      </a:defRPr>
    </a:lvl4pPr>
    <a:lvl5pPr marL="0" marR="0" indent="914400" algn="ctr" defTabSz="587022" rtl="false" fontAlgn="auto" latinLnBrk="false" hangingPunct="false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false" sz="2400" b="false" i="false" u="none" strike="noStrike" cap="none" spc="0" normalizeH="false" baseline="0">
        <a:ln>
          <a:noFill/>
        </a:ln>
        <a:solidFill>
          <a:schemeClr val="accent6">
            <a:hueOff val="10811956"/>
            <a:satOff val="-58544"/>
            <a:lumOff val="-9736"/>
          </a:schemeClr>
        </a:solidFill>
        <a:effectLst/>
        <a:uFillTx/>
        <a:latin typeface="Helvetica"/>
        <a:ea typeface="Helvetica"/>
        <a:cs typeface="Helvetica"/>
        <a:sym typeface="Helvetica"/>
      </a:defRPr>
    </a:lvl5pPr>
    <a:lvl6pPr marL="0" marR="0" indent="1143000" algn="ctr" defTabSz="587022" rtl="false" fontAlgn="auto" latinLnBrk="false" hangingPunct="false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false" sz="2400" b="false" i="false" u="none" strike="noStrike" cap="none" spc="0" normalizeH="false" baseline="0">
        <a:ln>
          <a:noFill/>
        </a:ln>
        <a:solidFill>
          <a:schemeClr val="accent6">
            <a:hueOff val="10811956"/>
            <a:satOff val="-58544"/>
            <a:lumOff val="-9736"/>
          </a:schemeClr>
        </a:solidFill>
        <a:effectLst/>
        <a:uFillTx/>
        <a:latin typeface="Helvetica"/>
        <a:ea typeface="Helvetica"/>
        <a:cs typeface="Helvetica"/>
        <a:sym typeface="Helvetica"/>
      </a:defRPr>
    </a:lvl6pPr>
    <a:lvl7pPr marL="0" marR="0" indent="1371600" algn="ctr" defTabSz="587022" rtl="false" fontAlgn="auto" latinLnBrk="false" hangingPunct="false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false" sz="2400" b="false" i="false" u="none" strike="noStrike" cap="none" spc="0" normalizeH="false" baseline="0">
        <a:ln>
          <a:noFill/>
        </a:ln>
        <a:solidFill>
          <a:schemeClr val="accent6">
            <a:hueOff val="10811956"/>
            <a:satOff val="-58544"/>
            <a:lumOff val="-9736"/>
          </a:schemeClr>
        </a:solidFill>
        <a:effectLst/>
        <a:uFillTx/>
        <a:latin typeface="Helvetica"/>
        <a:ea typeface="Helvetica"/>
        <a:cs typeface="Helvetica"/>
        <a:sym typeface="Helvetica"/>
      </a:defRPr>
    </a:lvl7pPr>
    <a:lvl8pPr marL="0" marR="0" indent="1600200" algn="ctr" defTabSz="587022" rtl="false" fontAlgn="auto" latinLnBrk="false" hangingPunct="false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false" sz="2400" b="false" i="false" u="none" strike="noStrike" cap="none" spc="0" normalizeH="false" baseline="0">
        <a:ln>
          <a:noFill/>
        </a:ln>
        <a:solidFill>
          <a:schemeClr val="accent6">
            <a:hueOff val="10811956"/>
            <a:satOff val="-58544"/>
            <a:lumOff val="-9736"/>
          </a:schemeClr>
        </a:solidFill>
        <a:effectLst/>
        <a:uFillTx/>
        <a:latin typeface="Helvetica"/>
        <a:ea typeface="Helvetica"/>
        <a:cs typeface="Helvetica"/>
        <a:sym typeface="Helvetica"/>
      </a:defRPr>
    </a:lvl8pPr>
    <a:lvl9pPr marL="0" marR="0" indent="1828800" algn="ctr" defTabSz="587022" rtl="false" fontAlgn="auto" latinLnBrk="false" hangingPunct="false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false" sz="2400" b="false" i="false" u="none" strike="noStrike" cap="none" spc="0" normalizeH="false" baseline="0">
        <a:ln>
          <a:noFill/>
        </a:ln>
        <a:solidFill>
          <a:schemeClr val="accent6">
            <a:hueOff val="10811956"/>
            <a:satOff val="-58544"/>
            <a:lumOff val="-9736"/>
          </a:schemeClr>
        </a:solidFill>
        <a:effectLst/>
        <a:uFillTx/>
        <a:latin typeface="Helvetica"/>
        <a:ea typeface="Helvetica"/>
        <a:cs typeface="Helvetica"/>
        <a:sym typeface="Helvetica"/>
      </a:defRPr>
    </a:lvl9pPr>
  </p:defaultTextStyle>
</p:presentation>
</file>

<file path=ppt/tableStyles.xml><?xml version="1.0" encoding="utf-8"?>
<a:tblStyleLst xmlns:a="http://schemas.openxmlformats.org/drawingml/2006/main" def="{5940675A-B579-460E-94D1-54222C63F5DA}">
  <a:tblStyle styleId="{BAFCB874-7E3D-4E43-81E8-FAD90FEA86D8}" styleName="">
    <a:tblBg/>
    <a:wholeTbl>
      <a:tcTxStyle b="off" i="off">
        <a:font>
          <a:latin typeface="Helvetica"/>
          <a:ea typeface="Helvetica"/>
          <a:cs typeface="Helvetica"/>
        </a:font>
        <a:srgbClr val="0454D9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4F4F4"/>
          </a:solidFill>
        </a:fill>
      </a:tcStyle>
    </a:wholeTbl>
    <a:band2H>
      <a:tcTxStyle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ff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D8D7DF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B4B4B4"/>
              </a:solidFill>
              <a:prstDash val="solid"/>
              <a:miter lim="400000"/>
            </a:ln>
          </a:left>
          <a:right>
            <a:ln w="3175" cap="flat">
              <a:solidFill>
                <a:srgbClr val="B4B4B4"/>
              </a:solidFill>
              <a:prstDash val="solid"/>
              <a:miter lim="400000"/>
            </a:ln>
          </a:right>
          <a:top>
            <a:ln w="3175" cap="flat">
              <a:solidFill>
                <a:srgbClr val="B4B4B4"/>
              </a:solidFill>
              <a:prstDash val="solid"/>
              <a:miter lim="400000"/>
            </a:ln>
          </a:top>
          <a:bottom>
            <a:ln w="3175" cap="flat">
              <a:solidFill>
                <a:srgbClr val="B4B4B4"/>
              </a:solidFill>
              <a:prstDash val="solid"/>
              <a:miter lim="400000"/>
            </a:ln>
          </a:bottom>
          <a:insideH>
            <a:ln w="3175" cap="flat">
              <a:solidFill>
                <a:srgbClr val="B4B4B4"/>
              </a:solidFill>
              <a:prstDash val="solid"/>
              <a:miter lim="400000"/>
            </a:ln>
          </a:insideH>
          <a:insideV>
            <a:ln w="3175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97A4AD"/>
          </a:solidFill>
        </a:fill>
      </a:tcStyle>
    </a:lastRow>
    <a:firstRow>
      <a:tcTxStyle b="off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B4B4B4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454D9"/>
          </a:solidFill>
        </a:fill>
      </a:tcStyle>
    </a:firstRow>
  </a:tblStyle>
  <a:tblStyle styleId="{EAA53B3D-9F0F-4307-B207-3B34897E28A4}" styleName="">
    <a:tblBg/>
    <a:wholeTbl>
      <a:tcTxStyle b="off" i="off">
        <a:font>
          <a:latin typeface="Helvetica Neue Medium"/>
          <a:ea typeface="Helvetica Neue Medium"/>
          <a:cs typeface="Helvetica Neue Medium"/>
        </a:font>
        <a:srgbClr val="0252D8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2E4E5">
              <a:alpha val="54527"/>
            </a:srgbClr>
          </a:solidFill>
        </a:fill>
      </a:tcStyle>
    </a:band2H>
    <a:firstCol>
      <a:tcTxStyle b="off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rgbClr val="EBEAED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252D8"/>
          </a:solidFill>
        </a:fill>
      </a:tcStyle>
    </a:firstRow>
  </a:tblStyle>
  <a:tblStyle styleId="{5CA4311C-0DA5-4CE6-852D-F6740BA500DF}" styleName="">
    <a:tblBg/>
    <a:wholeTb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C0C0C0"/>
              </a:solidFill>
              <a:prstDash val="solid"/>
              <a:miter lim="400000"/>
            </a:ln>
          </a:left>
          <a:right>
            <a:ln w="3175" cap="flat">
              <a:solidFill>
                <a:srgbClr val="C0C0C0"/>
              </a:solidFill>
              <a:prstDash val="solid"/>
              <a:miter lim="400000"/>
            </a:ln>
          </a:right>
          <a:top>
            <a:ln w="3175" cap="flat">
              <a:solidFill>
                <a:srgbClr val="C0C0C0"/>
              </a:solidFill>
              <a:prstDash val="solid"/>
              <a:miter lim="400000"/>
            </a:ln>
          </a:top>
          <a:bottom>
            <a:ln w="3175" cap="flat">
              <a:solidFill>
                <a:srgbClr val="C0C0C0"/>
              </a:solidFill>
              <a:prstDash val="solid"/>
              <a:miter lim="400000"/>
            </a:ln>
          </a:bottom>
          <a:insideH>
            <a:ln w="3175" cap="flat">
              <a:solidFill>
                <a:srgbClr val="C0C0C0"/>
              </a:solidFill>
              <a:prstDash val="solid"/>
              <a:miter lim="400000"/>
            </a:ln>
          </a:insideH>
          <a:insideV>
            <a:ln w="3175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BEAED">
              <a:alpha val="58913"/>
            </a:srgbClr>
          </a:solidFill>
        </a:fill>
      </a:tcStyle>
    </a:band2H>
    <a:firstCol>
      <a:tcTxStyle b="off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3175" cap="flat">
              <a:solidFill>
                <a:srgbClr val="A0A0A0"/>
              </a:solidFill>
              <a:prstDash val="solid"/>
              <a:miter lim="400000"/>
            </a:ln>
          </a:left>
          <a:right>
            <a:ln w="12700" cap="flat">
              <a:solidFill>
                <a:srgbClr val="D8D7DF"/>
              </a:solidFill>
              <a:prstDash val="solid"/>
              <a:miter lim="400000"/>
            </a:ln>
          </a:right>
          <a:top>
            <a:ln w="3175" cap="flat">
              <a:solidFill>
                <a:srgbClr val="A0A0A0"/>
              </a:solidFill>
              <a:prstDash val="solid"/>
              <a:miter lim="400000"/>
            </a:ln>
          </a:top>
          <a:bottom>
            <a:ln w="3175" cap="flat">
              <a:solidFill>
                <a:srgbClr val="A0A0A0"/>
              </a:solidFill>
              <a:prstDash val="solid"/>
              <a:miter lim="400000"/>
            </a:ln>
          </a:bottom>
          <a:insideH>
            <a:ln w="3175" cap="flat">
              <a:solidFill>
                <a:srgbClr val="A0A0A0"/>
              </a:solidFill>
              <a:prstDash val="solid"/>
              <a:miter lim="400000"/>
            </a:ln>
          </a:insideH>
          <a:insideV>
            <a:ln w="3175" cap="flat">
              <a:solidFill>
                <a:srgbClr val="A0A0A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97A4AD"/>
              </a:solidFill>
              <a:prstDash val="solid"/>
              <a:miter lim="400000"/>
            </a:ln>
          </a:top>
          <a:bottom>
            <a:ln w="3175" cap="flat">
              <a:solidFill>
                <a:srgbClr val="A0A0A0"/>
              </a:solidFill>
              <a:prstDash val="solid"/>
              <a:miter lim="400000"/>
            </a:ln>
          </a:bottom>
          <a:insideH>
            <a:ln w="3175" cap="flat">
              <a:solidFill>
                <a:srgbClr val="A0A0A0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3175" cap="flat">
              <a:solidFill>
                <a:srgbClr val="A0A0A0"/>
              </a:solidFill>
              <a:prstDash val="solid"/>
              <a:miter lim="400000"/>
            </a:ln>
          </a:top>
          <a:bottom>
            <a:ln w="3175" cap="flat">
              <a:solidFill>
                <a:srgbClr val="929292"/>
              </a:solidFill>
              <a:prstDash val="solid"/>
              <a:miter lim="400000"/>
            </a:ln>
          </a:bottom>
          <a:insideH>
            <a:ln w="3175" cap="flat">
              <a:solidFill>
                <a:srgbClr val="A0A0A0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252D8"/>
          </a:solidFill>
        </a:fill>
      </a:tcStyle>
    </a:firstRow>
  </a:tblStyle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20" Type="http://schemas.openxmlformats.org/officeDocument/2006/relationships/tableStyles" Target="tableStyles.xml" /><Relationship Id="rId2" Type="http://schemas.openxmlformats.org/officeDocument/2006/relationships/slide" Target="slides/slide2.xml" /><Relationship Id="rId9" Type="http://schemas.openxmlformats.org/officeDocument/2006/relationships/slide" Target="slides/slide9.xml" /><Relationship Id="rId19" Type="http://schemas.openxmlformats.org/officeDocument/2006/relationships/notesMaster" Target="notesMasters/notesMaster1.xml" /><Relationship Id="rId13" Type="http://schemas.openxmlformats.org/officeDocument/2006/relationships/slide" Target="slides/slide13.xml" /><Relationship Id="rId17" Type="http://schemas.openxmlformats.org/officeDocument/2006/relationships/slide" Target="slides/slide17.xml" /><Relationship Id="rId10" Type="http://schemas.openxmlformats.org/officeDocument/2006/relationships/slide" Target="slides/slide10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4.xml" /><Relationship Id="rId1" Type="http://schemas.openxmlformats.org/officeDocument/2006/relationships/slide" Target="slides/slide1.xml" /><Relationship Id="rId3" Type="http://schemas.openxmlformats.org/officeDocument/2006/relationships/slide" Target="slides/slide3.xml" /><Relationship Id="rId18" Type="http://schemas.openxmlformats.org/officeDocument/2006/relationships/slide" Target="slides/slide1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11"/>
          <p:cNvSpPr>
            <a:spLocks noGrp="true" noRot="true" noChangeAspect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3" name="Shape 212"/>
          <p:cNvSpPr>
            <a:spLocks noGrp="true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false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false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false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false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false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false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false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false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false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1" Type="http://schemas.openxmlformats.org/officeDocument/2006/relationships/image" Target="media/image3.png" /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1" Type="http://schemas.openxmlformats.org/officeDocument/2006/relationships/image" Target="media/image6.png" /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Master" Target="../slideMasters/slideMaster1.xml" 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Master" Target="../slideMasters/slideMaster1.xml" 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Master" Target="../slideMasters/slideMaster1.xml" 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Master" Target="../slideMasters/slideMaster1.xml" 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Master" Target="../slideMasters/slideMaster1.xml" 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封面-纯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true"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/>
              <a:t>标题文本</a:t>
            </a:r>
            <a:endParaRPr/>
          </a:p>
        </p:txBody>
      </p:sp>
      <p:sp>
        <p:nvSpPr>
          <p:cNvPr id="3" name="幻灯片编号"/>
          <p:cNvSpPr txBox="true">
            <a:spLocks noGrp="true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false" type="tx">
  <p:cSld name="封面-近景"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1-01.png" descr="1-01.pn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4578" y="-1"/>
            <a:ext cx="12995643" cy="7315202"/>
          </a:xfrm>
          <a:prstGeom prst="rect">
            <a:avLst/>
          </a:prstGeom>
          <a:ln w="3175">
            <a:miter lim="400000"/>
          </a:ln>
        </p:spPr>
      </p:pic>
      <p:sp>
        <p:nvSpPr>
          <p:cNvPr id="6" name="标题文本"/>
          <p:cNvSpPr txBox="true">
            <a:spLocks noGrp="true"/>
          </p:cNvSpPr>
          <p:nvPr>
            <p:ph type="title"/>
          </p:nvPr>
        </p:nvSpPr>
        <p:spPr>
          <a:xfrm>
            <a:off x="741820" y="3327911"/>
            <a:ext cx="10992840" cy="3413373"/>
          </a:xfrm>
          <a:prstGeom prst="rect">
            <a:avLst/>
          </a:prstGeom>
        </p:spPr>
        <p:txBody>
          <a:bodyPr anchor="t"/>
          <a:lstStyle>
            <a:lvl1pPr algn="l">
              <a:defRPr sz="9800" b="false"/>
            </a:lvl1pPr>
          </a:lstStyle>
          <a:p>
            <a:pPr/>
            <a:r>
              <a:rPr/>
              <a:t>标题文本</a:t>
            </a:r>
            <a:endParaRPr/>
          </a:p>
        </p:txBody>
      </p:sp>
      <p:sp>
        <p:nvSpPr>
          <p:cNvPr id="7" name="正文级别 1…"/>
          <p:cNvSpPr txBox="true">
            <a:spLocks noGrp="true"/>
          </p:cNvSpPr>
          <p:nvPr>
            <p:ph type="body" sz="quarter" idx="1"/>
          </p:nvPr>
        </p:nvSpPr>
        <p:spPr>
          <a:xfrm>
            <a:off x="1005980" y="5139725"/>
            <a:ext cx="10992840" cy="675994"/>
          </a:xfrm>
          <a:prstGeom prst="rect">
            <a:avLst/>
          </a:prstGeom>
        </p:spPr>
        <p:txBody>
          <a:bodyPr/>
          <a:lstStyle>
            <a:lvl1pPr algn="l"/>
            <a:lvl2pPr algn="l"/>
            <a:lvl3pPr algn="l"/>
            <a:lvl4pPr algn="l"/>
            <a:lvl5pPr algn="l"/>
          </a:lstStyle>
          <a:p>
            <a:pPr/>
            <a:r>
              <a:rPr/>
              <a:t>正文级别 1</a:t>
            </a:r>
            <a:endParaRPr/>
          </a:p>
          <a:p>
            <a:pPr lvl="1"/>
            <a:r>
              <a:rPr/>
              <a:t>正文级别 2</a:t>
            </a:r>
            <a:endParaRPr/>
          </a:p>
          <a:p>
            <a:pPr lvl="2"/>
            <a:r>
              <a:rPr/>
              <a:t>正文级别 3</a:t>
            </a:r>
            <a:endParaRPr/>
          </a:p>
          <a:p>
            <a:pPr lvl="3"/>
            <a:r>
              <a:rPr/>
              <a:t>正文级别 4</a:t>
            </a:r>
            <a:endParaRPr/>
          </a:p>
          <a:p>
            <a:pPr lvl="4"/>
            <a:r>
              <a:rPr/>
              <a:t>正文级别 5</a:t>
            </a:r>
            <a:endParaRPr/>
          </a:p>
        </p:txBody>
      </p:sp>
      <p:pic>
        <p:nvPicPr>
          <p:cNvPr id="8" name="图像" descr="图像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05" y="2558572"/>
            <a:ext cx="2192813" cy="294728"/>
          </a:xfrm>
          <a:prstGeom prst="rect">
            <a:avLst/>
          </a:prstGeom>
          <a:ln w="3175">
            <a:miter lim="400000"/>
          </a:ln>
        </p:spPr>
      </p:pic>
      <p:sp>
        <p:nvSpPr>
          <p:cNvPr id="9" name="幻灯片编号"/>
          <p:cNvSpPr txBox="true">
            <a:spLocks noGrp="true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false" type="tx">
  <p:cSld name="封面-远景">
    <p:bg>
      <p:bgPr>
        <a:blipFill rotWithShape="true">
          <a:blip r:embed="rId1"/>
          <a:srcRect/>
          <a:tile tx="0" ty="0" sx="100000" sy="100000" flip="none" algn="tl"/>
        </a:blipFill>
        <a:effectLst/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文本"/>
          <p:cNvSpPr txBox="true">
            <a:spLocks noGrp="true"/>
          </p:cNvSpPr>
          <p:nvPr>
            <p:ph type="body" sz="quarter" idx="13"/>
          </p:nvPr>
        </p:nvSpPr>
        <p:spPr>
          <a:xfrm>
            <a:off x="6240356" y="7150858"/>
            <a:ext cx="524088" cy="3716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ts val="2100"/>
              </a:spcBef>
              <a:defRPr sz="1800">
                <a:solidFill>
                  <a:srgbClr val="FFFFFF">
                    <a:alpha val="70052"/>
                  </a:srgbClr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2" name="正文级别 1…"/>
          <p:cNvSpPr txBox="true">
            <a:spLocks noGrp="true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/>
              <a:t>正文级别 1</a:t>
            </a:r>
            <a:endParaRPr/>
          </a:p>
          <a:p>
            <a:pPr lvl="1"/>
            <a:r>
              <a:rPr/>
              <a:t>正文级别 2</a:t>
            </a:r>
            <a:endParaRPr/>
          </a:p>
          <a:p>
            <a:pPr lvl="2"/>
            <a:r>
              <a:rPr/>
              <a:t>正文级别 3</a:t>
            </a:r>
            <a:endParaRPr/>
          </a:p>
          <a:p>
            <a:pPr lvl="3"/>
            <a:r>
              <a:rPr/>
              <a:t>正文级别 4</a:t>
            </a:r>
            <a:endParaRPr/>
          </a:p>
          <a:p>
            <a:pPr lvl="4"/>
            <a:r>
              <a:rPr/>
              <a:t>正文级别 5</a:t>
            </a:r>
            <a:endParaRPr/>
          </a:p>
        </p:txBody>
      </p:sp>
      <p:sp>
        <p:nvSpPr>
          <p:cNvPr id="53" name="标题文本"/>
          <p:cNvSpPr txBox="true">
            <a:spLocks noGrp="true"/>
          </p:cNvSpPr>
          <p:nvPr>
            <p:ph type="title"/>
          </p:nvPr>
        </p:nvSpPr>
        <p:spPr>
          <a:xfrm>
            <a:off x="1005980" y="1946151"/>
            <a:ext cx="10992840" cy="3413373"/>
          </a:xfrm>
          <a:prstGeom prst="rect">
            <a:avLst/>
          </a:prstGeom>
        </p:spPr>
        <p:txBody>
          <a:bodyPr anchor="b"/>
          <a:lstStyle/>
          <a:p>
            <a:pPr/>
            <a:r>
              <a:rPr/>
              <a:t>标题文本</a:t>
            </a:r>
            <a:endParaRPr/>
          </a:p>
        </p:txBody>
      </p:sp>
      <p:pic>
        <p:nvPicPr>
          <p:cNvPr id="54" name="图像" descr="图像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487" y="1768906"/>
            <a:ext cx="1787826" cy="240296"/>
          </a:xfrm>
          <a:prstGeom prst="rect">
            <a:avLst/>
          </a:prstGeom>
          <a:ln w="3175">
            <a:miter lim="400000"/>
          </a:ln>
        </p:spPr>
      </p:pic>
      <p:sp>
        <p:nvSpPr>
          <p:cNvPr id="55" name="幻灯片编号"/>
          <p:cNvSpPr txBox="true">
            <a:spLocks noGrp="true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showMasterSp="false" type="tx">
  <p:cSld name="内容页-仅标题">
    <p:bg>
      <p:bgPr>
        <a:solidFill>
          <a:srgbClr val="F4F4F4"/>
        </a:solidFill>
        <a:effectLst/>
      </p:bgPr>
    </p:bg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true">
            <a:spLocks noGrp="true"/>
          </p:cNvSpPr>
          <p:nvPr>
            <p:ph type="title"/>
          </p:nvPr>
        </p:nvSpPr>
        <p:spPr>
          <a:xfrm>
            <a:off x="1392715" y="1412028"/>
            <a:ext cx="10835778" cy="386006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80000"/>
              </a:lnSpc>
              <a:defRPr sz="9800" b="false">
                <a:solidFill>
                  <a:srgbClr val="034FD8"/>
                </a:solidFill>
              </a:defRPr>
            </a:lvl1pPr>
          </a:lstStyle>
          <a:p>
            <a:pPr/>
            <a:r>
              <a:rPr/>
              <a:t>标题文本</a:t>
            </a:r>
            <a:endParaRPr/>
          </a:p>
        </p:txBody>
      </p:sp>
      <p:sp>
        <p:nvSpPr>
          <p:cNvPr id="58" name="矩形"/>
          <p:cNvSpPr/>
          <p:nvPr/>
        </p:nvSpPr>
        <p:spPr>
          <a:xfrm>
            <a:off x="-5610" y="9379655"/>
            <a:ext cx="13016020" cy="14324"/>
          </a:xfrm>
          <a:prstGeom prst="rect">
            <a:avLst/>
          </a:prstGeom>
          <a:solidFill>
            <a:srgbClr val="000000">
              <a:alpha val="5000"/>
            </a:srgbClr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>
              <a:defRPr sz="1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9" name="幻灯片编号"/>
          <p:cNvSpPr txBox="true">
            <a:spLocks noGrp="true"/>
          </p:cNvSpPr>
          <p:nvPr>
            <p:ph type="sldNum" sz="quarter" idx="2"/>
          </p:nvPr>
        </p:nvSpPr>
        <p:spPr>
          <a:xfrm>
            <a:off x="-1" y="9425640"/>
            <a:ext cx="13004801" cy="29548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60" name="Freeform 5"/>
          <p:cNvSpPr/>
          <p:nvPr/>
        </p:nvSpPr>
        <p:spPr>
          <a:xfrm>
            <a:off x="131020" y="9477437"/>
            <a:ext cx="225639" cy="1918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false"/>
            </a:pathLst>
          </a:custGeom>
          <a:solidFill>
            <a:srgbClr val="000000">
              <a:alpha val="20000"/>
            </a:srgbClr>
          </a:solidFill>
          <a:ln w="3175">
            <a:miter lim="400000"/>
          </a:ln>
        </p:spPr>
        <p:txBody>
          <a:bodyPr lIns="24383" tIns="24383" rIns="24383" bIns="24383"/>
          <a:lstStyle/>
          <a:p>
            <a:pPr defTabSz="650240"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false" type="tx">
  <p:cSld name="内容页-仅标题 copy">
    <p:bg>
      <p:bgPr>
        <a:gradFill>
          <a:gsLst>
            <a:gs pos="0">
              <a:srgbClr val="B1B9C0"/>
            </a:gs>
            <a:gs pos="100000">
              <a:srgbClr val="D5DBDE"/>
            </a:gs>
          </a:gsLst>
          <a:lin ang="5400000" scaled="true"/>
        </a:gradFill>
        <a:effectLst/>
      </p:bgPr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标题文本"/>
          <p:cNvSpPr txBox="true">
            <a:spLocks noGrp="true"/>
          </p:cNvSpPr>
          <p:nvPr>
            <p:ph type="title"/>
          </p:nvPr>
        </p:nvSpPr>
        <p:spPr>
          <a:xfrm>
            <a:off x="1934582" y="3687868"/>
            <a:ext cx="9445587" cy="1520896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9800" b="false">
                <a:solidFill>
                  <a:srgbClr val="0D4FD8"/>
                </a:solidFill>
                <a:latin typeface="腾讯体 W7" panose="020C08030202040F0204" pitchFamily="34" charset="-122"/>
                <a:ea typeface="腾讯体 W7" panose="020C08030202040F0204" pitchFamily="34" charset="-122"/>
              </a:defRPr>
            </a:lvl1pPr>
          </a:lstStyle>
          <a:p>
            <a:pPr/>
            <a:r>
              <a:rPr dirty="false" err="true"/>
              <a:t>标题文本</a:t>
            </a:r>
            <a:endParaRPr dirty="false"/>
          </a:p>
        </p:txBody>
      </p:sp>
      <p:sp>
        <p:nvSpPr>
          <p:cNvPr id="63" name="幻灯片编号"/>
          <p:cNvSpPr txBox="true">
            <a:spLocks noGrp="true"/>
          </p:cNvSpPr>
          <p:nvPr>
            <p:ph type="sldNum" sz="quarter" idx="2"/>
          </p:nvPr>
        </p:nvSpPr>
        <p:spPr>
          <a:xfrm>
            <a:off x="-1" y="9428180"/>
            <a:ext cx="13004801" cy="29548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64" name="图像" descr="图像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6754655" y="1970"/>
            <a:ext cx="7117749" cy="5974655"/>
          </a:xfrm>
          <a:prstGeom prst="rect">
            <a:avLst/>
          </a:prstGeom>
          <a:ln w="3175">
            <a:miter lim="400000"/>
          </a:ln>
        </p:spPr>
      </p:pic>
      <p:sp>
        <p:nvSpPr>
          <p:cNvPr id="65" name="矩形"/>
          <p:cNvSpPr/>
          <p:nvPr/>
        </p:nvSpPr>
        <p:spPr>
          <a:xfrm>
            <a:off x="-5610" y="9379655"/>
            <a:ext cx="13016020" cy="14324"/>
          </a:xfrm>
          <a:prstGeom prst="rect">
            <a:avLst/>
          </a:prstGeom>
          <a:solidFill>
            <a:srgbClr val="000000">
              <a:alpha val="5000"/>
            </a:srgbClr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>
              <a:defRPr sz="1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66" name="Freeform 5"/>
          <p:cNvSpPr/>
          <p:nvPr/>
        </p:nvSpPr>
        <p:spPr>
          <a:xfrm>
            <a:off x="131020" y="9477437"/>
            <a:ext cx="225639" cy="1918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false"/>
            </a:pathLst>
          </a:custGeom>
          <a:solidFill>
            <a:srgbClr val="000000">
              <a:alpha val="20000"/>
            </a:srgbClr>
          </a:solidFill>
          <a:ln w="3175">
            <a:miter lim="400000"/>
          </a:ln>
        </p:spPr>
        <p:txBody>
          <a:bodyPr lIns="24383" tIns="24383" rIns="24383" bIns="24383"/>
          <a:lstStyle/>
          <a:p>
            <a:pPr defTabSz="650240"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false" type="tx">
  <p:cSld name="内容页">
    <p:bg>
      <p:bgPr>
        <a:solidFill>
          <a:srgbClr val="F4F4F4"/>
        </a:solidFill>
        <a:effectLst/>
      </p:bgPr>
    </p:bg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age.png" descr="Page.pn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-12701"/>
            <a:ext cx="13004802" cy="7315202"/>
          </a:xfrm>
          <a:prstGeom prst="rect">
            <a:avLst/>
          </a:prstGeom>
          <a:ln w="3175">
            <a:miter lim="400000"/>
          </a:ln>
        </p:spPr>
      </p:pic>
      <p:sp>
        <p:nvSpPr>
          <p:cNvPr id="69" name="幻灯片编号"/>
          <p:cNvSpPr txBox="true">
            <a:spLocks noGrp="true"/>
          </p:cNvSpPr>
          <p:nvPr>
            <p:ph type="sldNum" sz="quarter" idx="2"/>
          </p:nvPr>
        </p:nvSpPr>
        <p:spPr>
          <a:xfrm>
            <a:off x="-1" y="9425639"/>
            <a:ext cx="13004802" cy="295488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70" name="正文级别 1…"/>
          <p:cNvSpPr txBox="true">
            <a:spLocks noGrp="true"/>
          </p:cNvSpPr>
          <p:nvPr>
            <p:ph type="body" sz="half" idx="1"/>
          </p:nvPr>
        </p:nvSpPr>
        <p:spPr>
          <a:xfrm>
            <a:off x="779694" y="3814303"/>
            <a:ext cx="11452186" cy="4063084"/>
          </a:xfrm>
          <a:prstGeom prst="rect">
            <a:avLst/>
          </a:prstGeom>
        </p:spPr>
        <p:txBody>
          <a:bodyPr/>
          <a:lstStyle>
            <a:lvl1pPr marL="299452" indent="-299452" algn="l">
              <a:spcBef>
                <a:spcPts val="1700"/>
              </a:spcBef>
              <a:buSzPct val="75000"/>
              <a:buChar char="•"/>
              <a:defRPr sz="2400">
                <a:solidFill>
                  <a:srgbClr val="303337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909052" indent="-299452" algn="l">
              <a:spcBef>
                <a:spcPts val="1700"/>
              </a:spcBef>
              <a:buSzPct val="75000"/>
              <a:buChar char="•"/>
              <a:defRPr sz="2400">
                <a:solidFill>
                  <a:srgbClr val="303337"/>
                </a:solidFill>
                <a:latin typeface="Helvetica"/>
                <a:ea typeface="Helvetica"/>
                <a:cs typeface="Helvetica"/>
                <a:sym typeface="Helvetica"/>
              </a:defRPr>
            </a:lvl2pPr>
            <a:lvl3pPr marL="1518652" indent="-299452" algn="l">
              <a:spcBef>
                <a:spcPts val="1700"/>
              </a:spcBef>
              <a:buSzPct val="75000"/>
              <a:buChar char="•"/>
              <a:defRPr sz="2400">
                <a:solidFill>
                  <a:srgbClr val="303337"/>
                </a:solidFill>
                <a:latin typeface="Helvetica"/>
                <a:ea typeface="Helvetica"/>
                <a:cs typeface="Helvetica"/>
                <a:sym typeface="Helvetica"/>
              </a:defRPr>
            </a:lvl3pPr>
            <a:lvl4pPr marL="2128252" indent="-299452" algn="l">
              <a:spcBef>
                <a:spcPts val="1700"/>
              </a:spcBef>
              <a:buSzPct val="75000"/>
              <a:buChar char="•"/>
              <a:defRPr sz="2400">
                <a:solidFill>
                  <a:srgbClr val="303337"/>
                </a:solidFill>
                <a:latin typeface="Helvetica"/>
                <a:ea typeface="Helvetica"/>
                <a:cs typeface="Helvetica"/>
                <a:sym typeface="Helvetica"/>
              </a:defRPr>
            </a:lvl4pPr>
            <a:lvl5pPr marL="2737852" indent="-299452" algn="l">
              <a:spcBef>
                <a:spcPts val="1700"/>
              </a:spcBef>
              <a:buSzPct val="75000"/>
              <a:buChar char="•"/>
              <a:defRPr sz="2400">
                <a:solidFill>
                  <a:srgbClr val="303337"/>
                </a:solidFill>
                <a:latin typeface="Helvetica"/>
                <a:ea typeface="Helvetica"/>
                <a:cs typeface="Helvetica"/>
                <a:sym typeface="Helvetica"/>
              </a:defRPr>
            </a:lvl5pPr>
          </a:lstStyle>
          <a:p>
            <a:pPr/>
            <a:r>
              <a:rPr/>
              <a:t>正文级别 1</a:t>
            </a:r>
            <a:endParaRPr/>
          </a:p>
          <a:p>
            <a:pPr lvl="1"/>
            <a:r>
              <a:rPr/>
              <a:t>正文级别 2</a:t>
            </a:r>
            <a:endParaRPr/>
          </a:p>
          <a:p>
            <a:pPr lvl="2"/>
            <a:r>
              <a:rPr/>
              <a:t>正文级别 3</a:t>
            </a:r>
            <a:endParaRPr/>
          </a:p>
          <a:p>
            <a:pPr lvl="3"/>
            <a:r>
              <a:rPr/>
              <a:t>正文级别 4</a:t>
            </a:r>
            <a:endParaRPr/>
          </a:p>
          <a:p>
            <a:pPr lvl="4"/>
            <a:r>
              <a:rPr/>
              <a:t>正文级别 5</a:t>
            </a:r>
            <a:endParaRPr/>
          </a:p>
        </p:txBody>
      </p:sp>
      <p:sp>
        <p:nvSpPr>
          <p:cNvPr id="71" name="标题文本"/>
          <p:cNvSpPr txBox="true">
            <a:spLocks noGrp="true"/>
          </p:cNvSpPr>
          <p:nvPr>
            <p:ph type="title"/>
          </p:nvPr>
        </p:nvSpPr>
        <p:spPr>
          <a:xfrm>
            <a:off x="776307" y="1412028"/>
            <a:ext cx="11452186" cy="1085568"/>
          </a:xfrm>
          <a:prstGeom prst="rect">
            <a:avLst/>
          </a:prstGeom>
        </p:spPr>
        <p:txBody>
          <a:bodyPr anchor="b"/>
          <a:lstStyle>
            <a:lvl1pPr algn="l">
              <a:defRPr sz="3600" b="false">
                <a:solidFill>
                  <a:srgbClr val="034FD8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rPr/>
              <a:t>标题文本</a:t>
            </a:r>
            <a:endParaRPr/>
          </a:p>
        </p:txBody>
      </p:sp>
      <p:sp>
        <p:nvSpPr>
          <p:cNvPr id="72" name="文本"/>
          <p:cNvSpPr txBox="true">
            <a:spLocks noGrp="true"/>
          </p:cNvSpPr>
          <p:nvPr>
            <p:ph type="body" sz="quarter" idx="13"/>
          </p:nvPr>
        </p:nvSpPr>
        <p:spPr>
          <a:xfrm>
            <a:off x="770698" y="3196872"/>
            <a:ext cx="11452186" cy="524087"/>
          </a:xfrm>
          <a:prstGeom prst="rect">
            <a:avLst/>
          </a:prstGeom>
        </p:spPr>
        <p:txBody>
          <a:bodyPr anchor="ctr">
            <a:spAutoFit/>
          </a:bodyPr>
          <a:lstStyle/>
          <a:p>
            <a:pPr algn="l">
              <a:lnSpc>
                <a:spcPct val="80000"/>
              </a:lnSpc>
              <a:defRPr sz="2600">
                <a:solidFill>
                  <a:srgbClr val="034FD8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73" name="矩形"/>
          <p:cNvSpPr/>
          <p:nvPr/>
        </p:nvSpPr>
        <p:spPr>
          <a:xfrm>
            <a:off x="-5610" y="9379655"/>
            <a:ext cx="13016020" cy="14324"/>
          </a:xfrm>
          <a:prstGeom prst="rect">
            <a:avLst/>
          </a:prstGeom>
          <a:solidFill>
            <a:srgbClr val="000000">
              <a:alpha val="5000"/>
            </a:srgbClr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>
              <a:defRPr sz="1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74" name="Freeform 5"/>
          <p:cNvSpPr/>
          <p:nvPr/>
        </p:nvSpPr>
        <p:spPr>
          <a:xfrm>
            <a:off x="131020" y="9477437"/>
            <a:ext cx="225639" cy="1918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false"/>
            </a:pathLst>
          </a:custGeom>
          <a:solidFill>
            <a:srgbClr val="000000">
              <a:alpha val="20000"/>
            </a:srgbClr>
          </a:solidFill>
          <a:ln w="3175">
            <a:miter lim="400000"/>
          </a:ln>
        </p:spPr>
        <p:txBody>
          <a:bodyPr lIns="24383" tIns="24383" rIns="24383" bIns="24383"/>
          <a:lstStyle/>
          <a:p>
            <a:pPr defTabSz="650240"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false" type="tx">
  <p:cSld name="内容页 copy">
    <p:bg>
      <p:bgPr>
        <a:solidFill>
          <a:srgbClr val="F4F4F4"/>
        </a:solidFill>
        <a:effectLst/>
      </p:bgPr>
    </p:bg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age.png" descr="Page.pn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1219199"/>
            <a:ext cx="13004802" cy="7315202"/>
          </a:xfrm>
          <a:prstGeom prst="rect">
            <a:avLst/>
          </a:prstGeom>
          <a:ln w="3175">
            <a:miter lim="400000"/>
          </a:ln>
        </p:spPr>
      </p:pic>
      <p:sp>
        <p:nvSpPr>
          <p:cNvPr id="77" name="矩形"/>
          <p:cNvSpPr/>
          <p:nvPr/>
        </p:nvSpPr>
        <p:spPr>
          <a:xfrm>
            <a:off x="-5610" y="8198555"/>
            <a:ext cx="13004802" cy="15911"/>
          </a:xfrm>
          <a:prstGeom prst="rect">
            <a:avLst/>
          </a:prstGeom>
          <a:solidFill>
            <a:srgbClr val="000000">
              <a:alpha val="5000"/>
            </a:srgbClr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>
              <a:defRPr sz="14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78" name="幻灯片编号"/>
          <p:cNvSpPr txBox="true">
            <a:spLocks noGrp="true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79" name="正文级别 1…"/>
          <p:cNvSpPr txBox="true">
            <a:spLocks noGrp="true"/>
          </p:cNvSpPr>
          <p:nvPr>
            <p:ph type="body" sz="half" idx="1"/>
          </p:nvPr>
        </p:nvSpPr>
        <p:spPr>
          <a:xfrm>
            <a:off x="779694" y="3814303"/>
            <a:ext cx="11452186" cy="4063084"/>
          </a:xfrm>
          <a:prstGeom prst="rect">
            <a:avLst/>
          </a:prstGeom>
        </p:spPr>
        <p:txBody>
          <a:bodyPr/>
          <a:lstStyle>
            <a:lvl1pPr marL="299452" indent="-299452" algn="l">
              <a:spcBef>
                <a:spcPts val="1700"/>
              </a:spcBef>
              <a:buSzPct val="75000"/>
              <a:buChar char="•"/>
              <a:defRPr sz="2400">
                <a:solidFill>
                  <a:srgbClr val="303337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909052" indent="-299452" algn="l">
              <a:spcBef>
                <a:spcPts val="1700"/>
              </a:spcBef>
              <a:buSzPct val="75000"/>
              <a:buChar char="•"/>
              <a:defRPr sz="2400">
                <a:solidFill>
                  <a:srgbClr val="303337"/>
                </a:solidFill>
                <a:latin typeface="Helvetica"/>
                <a:ea typeface="Helvetica"/>
                <a:cs typeface="Helvetica"/>
                <a:sym typeface="Helvetica"/>
              </a:defRPr>
            </a:lvl2pPr>
            <a:lvl3pPr marL="1518652" indent="-299452" algn="l">
              <a:spcBef>
                <a:spcPts val="1700"/>
              </a:spcBef>
              <a:buSzPct val="75000"/>
              <a:buChar char="•"/>
              <a:defRPr sz="2400">
                <a:solidFill>
                  <a:srgbClr val="303337"/>
                </a:solidFill>
                <a:latin typeface="Helvetica"/>
                <a:ea typeface="Helvetica"/>
                <a:cs typeface="Helvetica"/>
                <a:sym typeface="Helvetica"/>
              </a:defRPr>
            </a:lvl3pPr>
            <a:lvl4pPr marL="2128252" indent="-299452" algn="l">
              <a:spcBef>
                <a:spcPts val="1700"/>
              </a:spcBef>
              <a:buSzPct val="75000"/>
              <a:buChar char="•"/>
              <a:defRPr sz="2400">
                <a:solidFill>
                  <a:srgbClr val="303337"/>
                </a:solidFill>
                <a:latin typeface="Helvetica"/>
                <a:ea typeface="Helvetica"/>
                <a:cs typeface="Helvetica"/>
                <a:sym typeface="Helvetica"/>
              </a:defRPr>
            </a:lvl4pPr>
            <a:lvl5pPr marL="2737852" indent="-299452" algn="l">
              <a:spcBef>
                <a:spcPts val="1700"/>
              </a:spcBef>
              <a:buSzPct val="75000"/>
              <a:buChar char="•"/>
              <a:defRPr sz="2400">
                <a:solidFill>
                  <a:srgbClr val="303337"/>
                </a:solidFill>
                <a:latin typeface="Helvetica"/>
                <a:ea typeface="Helvetica"/>
                <a:cs typeface="Helvetica"/>
                <a:sym typeface="Helvetica"/>
              </a:defRPr>
            </a:lvl5pPr>
          </a:lstStyle>
          <a:p>
            <a:pPr/>
            <a:r>
              <a:rPr/>
              <a:t>正文级别 1</a:t>
            </a:r>
            <a:endParaRPr/>
          </a:p>
          <a:p>
            <a:pPr lvl="1"/>
            <a:r>
              <a:rPr/>
              <a:t>正文级别 2</a:t>
            </a:r>
            <a:endParaRPr/>
          </a:p>
          <a:p>
            <a:pPr lvl="2"/>
            <a:r>
              <a:rPr/>
              <a:t>正文级别 3</a:t>
            </a:r>
            <a:endParaRPr/>
          </a:p>
          <a:p>
            <a:pPr lvl="3"/>
            <a:r>
              <a:rPr/>
              <a:t>正文级别 4</a:t>
            </a:r>
            <a:endParaRPr/>
          </a:p>
          <a:p>
            <a:pPr lvl="4"/>
            <a:r>
              <a:rPr/>
              <a:t>正文级别 5</a:t>
            </a:r>
            <a:endParaRPr/>
          </a:p>
        </p:txBody>
      </p:sp>
      <p:sp>
        <p:nvSpPr>
          <p:cNvPr id="80" name="标题文本"/>
          <p:cNvSpPr txBox="true">
            <a:spLocks noGrp="true"/>
          </p:cNvSpPr>
          <p:nvPr>
            <p:ph type="title"/>
          </p:nvPr>
        </p:nvSpPr>
        <p:spPr>
          <a:xfrm>
            <a:off x="776307" y="1412028"/>
            <a:ext cx="11452186" cy="1085568"/>
          </a:xfrm>
          <a:prstGeom prst="rect">
            <a:avLst/>
          </a:prstGeom>
        </p:spPr>
        <p:txBody>
          <a:bodyPr anchor="b"/>
          <a:lstStyle>
            <a:lvl1pPr algn="l">
              <a:defRPr sz="3600" b="false">
                <a:solidFill>
                  <a:srgbClr val="034FD8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rPr/>
              <a:t>标题文本</a:t>
            </a:r>
            <a:endParaRPr/>
          </a:p>
        </p:txBody>
      </p:sp>
      <p:sp>
        <p:nvSpPr>
          <p:cNvPr id="81" name="文本"/>
          <p:cNvSpPr txBox="true">
            <a:spLocks noGrp="true"/>
          </p:cNvSpPr>
          <p:nvPr>
            <p:ph type="body" sz="quarter" idx="13"/>
          </p:nvPr>
        </p:nvSpPr>
        <p:spPr>
          <a:xfrm>
            <a:off x="770698" y="3196872"/>
            <a:ext cx="11452186" cy="524087"/>
          </a:xfrm>
          <a:prstGeom prst="rect">
            <a:avLst/>
          </a:prstGeom>
        </p:spPr>
        <p:txBody>
          <a:bodyPr anchor="ctr">
            <a:spAutoFit/>
          </a:bodyPr>
          <a:lstStyle/>
          <a:p>
            <a:pPr algn="l">
              <a:lnSpc>
                <a:spcPct val="80000"/>
              </a:lnSpc>
              <a:defRPr sz="2600">
                <a:solidFill>
                  <a:srgbClr val="034FD8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82" name="Freeform 5"/>
          <p:cNvSpPr/>
          <p:nvPr/>
        </p:nvSpPr>
        <p:spPr>
          <a:xfrm>
            <a:off x="131020" y="8273900"/>
            <a:ext cx="225639" cy="1918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false"/>
            </a:pathLst>
          </a:custGeom>
          <a:solidFill>
            <a:srgbClr val="000000">
              <a:alpha val="20000"/>
            </a:srgbClr>
          </a:solidFill>
          <a:ln w="3175">
            <a:miter lim="400000"/>
          </a:ln>
        </p:spPr>
        <p:txBody>
          <a:bodyPr lIns="24383" tIns="24383" rIns="24383" bIns="24383"/>
          <a:lstStyle/>
          <a:p>
            <a:pPr defTabSz="650240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83" name="矩形"/>
          <p:cNvSpPr/>
          <p:nvPr/>
        </p:nvSpPr>
        <p:spPr>
          <a:xfrm>
            <a:off x="-8503" y="1979682"/>
            <a:ext cx="742775" cy="480273"/>
          </a:xfrm>
          <a:prstGeom prst="rect">
            <a:avLst/>
          </a:prstGeom>
          <a:solidFill>
            <a:srgbClr val="0252D8"/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>
              <a:defRPr sz="14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84" name="1"/>
          <p:cNvSpPr txBox="true">
            <a:spLocks noGrp="true"/>
          </p:cNvSpPr>
          <p:nvPr>
            <p:ph type="body" sz="quarter" idx="14"/>
          </p:nvPr>
        </p:nvSpPr>
        <p:spPr>
          <a:xfrm>
            <a:off x="-65693" y="1911632"/>
            <a:ext cx="857155" cy="61637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lvl="1"/>
            <a:r>
              <a:rPr/>
              <a:t>1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false" type="tx">
  <p:cSld name="仅内容">
    <p:bg>
      <p:bgPr>
        <a:solidFill>
          <a:srgbClr val="F4F4F4"/>
        </a:solidFill>
        <a:effectLst/>
      </p:bgPr>
    </p:bg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矩形"/>
          <p:cNvSpPr/>
          <p:nvPr/>
        </p:nvSpPr>
        <p:spPr>
          <a:xfrm>
            <a:off x="-5610" y="8198555"/>
            <a:ext cx="13004802" cy="14359"/>
          </a:xfrm>
          <a:prstGeom prst="rect">
            <a:avLst/>
          </a:prstGeom>
          <a:solidFill>
            <a:srgbClr val="000000">
              <a:alpha val="5000"/>
            </a:srgbClr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>
              <a:defRPr sz="1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87" name="幻灯片编号"/>
          <p:cNvSpPr txBox="true">
            <a:spLocks noGrp="true"/>
          </p:cNvSpPr>
          <p:nvPr>
            <p:ph type="sldNum" sz="quarter" idx="2"/>
          </p:nvPr>
        </p:nvSpPr>
        <p:spPr>
          <a:xfrm>
            <a:off x="-5610" y="8244540"/>
            <a:ext cx="13004801" cy="29548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88" name="Freeform 5"/>
          <p:cNvSpPr/>
          <p:nvPr/>
        </p:nvSpPr>
        <p:spPr>
          <a:xfrm>
            <a:off x="131020" y="8273900"/>
            <a:ext cx="225639" cy="1918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false"/>
            </a:pathLst>
          </a:custGeom>
          <a:solidFill>
            <a:srgbClr val="000000">
              <a:alpha val="20000"/>
            </a:srgbClr>
          </a:solidFill>
          <a:ln w="3175">
            <a:miter lim="400000"/>
          </a:ln>
        </p:spPr>
        <p:txBody>
          <a:bodyPr lIns="24383" tIns="24383" rIns="24383" bIns="24383"/>
          <a:lstStyle/>
          <a:p>
            <a:pPr defTabSz="650240"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89" name="正文级别 1…"/>
          <p:cNvSpPr txBox="true">
            <a:spLocks noGrp="true"/>
          </p:cNvSpPr>
          <p:nvPr>
            <p:ph type="body" idx="1"/>
          </p:nvPr>
        </p:nvSpPr>
        <p:spPr>
          <a:xfrm>
            <a:off x="955039" y="3163146"/>
            <a:ext cx="11101495" cy="4714241"/>
          </a:xfrm>
          <a:prstGeom prst="rect">
            <a:avLst/>
          </a:prstGeom>
        </p:spPr>
        <p:txBody>
          <a:bodyPr/>
          <a:lstStyle>
            <a:lvl1pPr marL="398584" indent="-398584" algn="l">
              <a:lnSpc>
                <a:spcPct val="80000"/>
              </a:lnSpc>
              <a:spcBef>
                <a:spcPts val="3500"/>
              </a:spcBef>
              <a:buSzPct val="75000"/>
              <a:buChar char="•"/>
              <a:defRPr sz="3400"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1008184" indent="-398584" algn="l">
              <a:lnSpc>
                <a:spcPct val="80000"/>
              </a:lnSpc>
              <a:spcBef>
                <a:spcPts val="3500"/>
              </a:spcBef>
              <a:buSzPct val="75000"/>
              <a:buChar char="•"/>
              <a:defRPr sz="3400"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2pPr>
            <a:lvl3pPr marL="1617784" indent="-398584" algn="l">
              <a:lnSpc>
                <a:spcPct val="80000"/>
              </a:lnSpc>
              <a:spcBef>
                <a:spcPts val="3500"/>
              </a:spcBef>
              <a:buSzPct val="75000"/>
              <a:buChar char="•"/>
              <a:defRPr sz="3400"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3pPr>
            <a:lvl4pPr marL="2227384" indent="-398584" algn="l">
              <a:lnSpc>
                <a:spcPct val="80000"/>
              </a:lnSpc>
              <a:spcBef>
                <a:spcPts val="3500"/>
              </a:spcBef>
              <a:buSzPct val="75000"/>
              <a:buChar char="•"/>
              <a:defRPr sz="3400"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4pPr>
            <a:lvl5pPr marL="2836984" indent="-398584" algn="l">
              <a:lnSpc>
                <a:spcPct val="80000"/>
              </a:lnSpc>
              <a:spcBef>
                <a:spcPts val="3500"/>
              </a:spcBef>
              <a:buSzPct val="75000"/>
              <a:buChar char="•"/>
              <a:defRPr sz="3400"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5pPr>
          </a:lstStyle>
          <a:p>
            <a:pPr/>
            <a:r>
              <a:rPr/>
              <a:t>正文级别 1</a:t>
            </a:r>
            <a:endParaRPr/>
          </a:p>
          <a:p>
            <a:pPr lvl="1"/>
            <a:r>
              <a:rPr/>
              <a:t>正文级别 2</a:t>
            </a:r>
            <a:endParaRPr/>
          </a:p>
          <a:p>
            <a:pPr lvl="2"/>
            <a:r>
              <a:rPr/>
              <a:t>正文级别 3</a:t>
            </a:r>
            <a:endParaRPr/>
          </a:p>
          <a:p>
            <a:pPr lvl="3"/>
            <a:r>
              <a:rPr/>
              <a:t>正文级别 4</a:t>
            </a:r>
            <a:endParaRPr/>
          </a:p>
          <a:p>
            <a:pPr lvl="4"/>
            <a:r>
              <a:rPr/>
              <a:t>正文级别 5</a:t>
            </a:r>
            <a:endParaRPr/>
          </a:p>
        </p:txBody>
      </p:sp>
      <p:pic>
        <p:nvPicPr>
          <p:cNvPr id="90" name="Page.png" descr="Page.pn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1219199"/>
            <a:ext cx="13004802" cy="7315202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false" type="tx">
  <p:cSld name="内容页-右侧图片">
    <p:bg>
      <p:bgPr>
        <a:solidFill>
          <a:srgbClr val="F4F4F4"/>
        </a:solidFill>
        <a:effectLst/>
      </p:bgPr>
    </p:bg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矩形"/>
          <p:cNvSpPr/>
          <p:nvPr/>
        </p:nvSpPr>
        <p:spPr>
          <a:xfrm>
            <a:off x="-5610" y="8198555"/>
            <a:ext cx="8098086" cy="14465"/>
          </a:xfrm>
          <a:prstGeom prst="rect">
            <a:avLst/>
          </a:prstGeom>
          <a:solidFill>
            <a:srgbClr val="000000">
              <a:alpha val="5000"/>
            </a:srgbClr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>
              <a:defRPr sz="1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93" name="幻灯片编号"/>
          <p:cNvSpPr txBox="true">
            <a:spLocks noGrp="true"/>
          </p:cNvSpPr>
          <p:nvPr>
            <p:ph type="sldNum" sz="quarter" idx="2"/>
          </p:nvPr>
        </p:nvSpPr>
        <p:spPr>
          <a:xfrm>
            <a:off x="-1" y="8244540"/>
            <a:ext cx="8086868" cy="29548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94" name="正文级别 1…"/>
          <p:cNvSpPr txBox="true">
            <a:spLocks noGrp="true"/>
          </p:cNvSpPr>
          <p:nvPr>
            <p:ph type="body" sz="half" idx="1"/>
          </p:nvPr>
        </p:nvSpPr>
        <p:spPr>
          <a:xfrm>
            <a:off x="1118360" y="2950351"/>
            <a:ext cx="5850146" cy="4927036"/>
          </a:xfrm>
          <a:prstGeom prst="rect">
            <a:avLst/>
          </a:prstGeom>
        </p:spPr>
        <p:txBody>
          <a:bodyPr/>
          <a:lstStyle>
            <a:lvl1pPr marL="575733" indent="-575733" algn="l">
              <a:lnSpc>
                <a:spcPct val="80000"/>
              </a:lnSpc>
              <a:spcBef>
                <a:spcPts val="3500"/>
              </a:spcBef>
              <a:buSzPct val="75000"/>
              <a:buChar char="•"/>
              <a:defRPr sz="3400"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1185333" indent="-575733" algn="l">
              <a:lnSpc>
                <a:spcPct val="80000"/>
              </a:lnSpc>
              <a:spcBef>
                <a:spcPts val="3500"/>
              </a:spcBef>
              <a:buSzPct val="75000"/>
              <a:buChar char="•"/>
              <a:defRPr sz="3400"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2pPr>
            <a:lvl3pPr marL="1794933" indent="-575733" algn="l">
              <a:lnSpc>
                <a:spcPct val="80000"/>
              </a:lnSpc>
              <a:spcBef>
                <a:spcPts val="3500"/>
              </a:spcBef>
              <a:buSzPct val="75000"/>
              <a:buChar char="•"/>
              <a:defRPr sz="3400"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3pPr>
            <a:lvl4pPr marL="2404533" indent="-575733" algn="l">
              <a:lnSpc>
                <a:spcPct val="80000"/>
              </a:lnSpc>
              <a:spcBef>
                <a:spcPts val="3500"/>
              </a:spcBef>
              <a:buSzPct val="75000"/>
              <a:buChar char="•"/>
              <a:defRPr sz="3400"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4pPr>
            <a:lvl5pPr marL="3014133" indent="-575733" algn="l">
              <a:lnSpc>
                <a:spcPct val="80000"/>
              </a:lnSpc>
              <a:spcBef>
                <a:spcPts val="3500"/>
              </a:spcBef>
              <a:buSzPct val="75000"/>
              <a:buChar char="•"/>
              <a:defRPr sz="3400"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5pPr>
          </a:lstStyle>
          <a:p>
            <a:pPr/>
            <a:r>
              <a:rPr/>
              <a:t>正文级别 1</a:t>
            </a:r>
            <a:endParaRPr/>
          </a:p>
          <a:p>
            <a:pPr lvl="1"/>
            <a:r>
              <a:rPr/>
              <a:t>正文级别 2</a:t>
            </a:r>
            <a:endParaRPr/>
          </a:p>
          <a:p>
            <a:pPr lvl="2"/>
            <a:r>
              <a:rPr/>
              <a:t>正文级别 3</a:t>
            </a:r>
            <a:endParaRPr/>
          </a:p>
          <a:p>
            <a:pPr lvl="3"/>
            <a:r>
              <a:rPr/>
              <a:t>正文级别 4</a:t>
            </a:r>
            <a:endParaRPr/>
          </a:p>
          <a:p>
            <a:pPr lvl="4"/>
            <a:r>
              <a:rPr/>
              <a:t>正文级别 5</a:t>
            </a:r>
            <a:endParaRPr/>
          </a:p>
        </p:txBody>
      </p:sp>
      <p:sp>
        <p:nvSpPr>
          <p:cNvPr id="95" name="Freeform 5"/>
          <p:cNvSpPr/>
          <p:nvPr/>
        </p:nvSpPr>
        <p:spPr>
          <a:xfrm>
            <a:off x="131020" y="8273900"/>
            <a:ext cx="225639" cy="1918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false"/>
            </a:pathLst>
          </a:custGeom>
          <a:solidFill>
            <a:srgbClr val="000000">
              <a:alpha val="20000"/>
            </a:srgbClr>
          </a:solidFill>
          <a:ln w="3175">
            <a:miter lim="400000"/>
          </a:ln>
        </p:spPr>
        <p:txBody>
          <a:bodyPr lIns="24383" tIns="24383" rIns="24383" bIns="24383"/>
          <a:lstStyle/>
          <a:p>
            <a:pPr defTabSz="650240"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96" name="tencent_left.png"/>
          <p:cNvSpPr>
            <a:spLocks noGrp="true"/>
          </p:cNvSpPr>
          <p:nvPr>
            <p:ph type="pic" sz="half" idx="13"/>
          </p:nvPr>
        </p:nvSpPr>
        <p:spPr>
          <a:xfrm>
            <a:off x="8077553" y="1220046"/>
            <a:ext cx="4947436" cy="731350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  <a:endParaRPr/>
          </a:p>
        </p:txBody>
      </p:sp>
      <p:sp>
        <p:nvSpPr>
          <p:cNvPr id="97" name="标题文本"/>
          <p:cNvSpPr txBox="true">
            <a:spLocks noGrp="true"/>
          </p:cNvSpPr>
          <p:nvPr>
            <p:ph type="title"/>
          </p:nvPr>
        </p:nvSpPr>
        <p:spPr>
          <a:xfrm>
            <a:off x="776307" y="1412028"/>
            <a:ext cx="6534252" cy="1084440"/>
          </a:xfrm>
          <a:prstGeom prst="rect">
            <a:avLst/>
          </a:prstGeom>
        </p:spPr>
        <p:txBody>
          <a:bodyPr anchor="b"/>
          <a:lstStyle>
            <a:lvl1pPr algn="l">
              <a:defRPr sz="3600" b="false">
                <a:solidFill>
                  <a:srgbClr val="034FD8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rPr/>
              <a:t>标题文本</a:t>
            </a:r>
            <a:endParaRPr/>
          </a:p>
        </p:txBody>
      </p:sp>
      <p:pic>
        <p:nvPicPr>
          <p:cNvPr id="98" name="Page.png" descr="Page.pn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-4967112" y="1219199"/>
            <a:ext cx="13004802" cy="7315202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false" type="tx">
  <p:cSld name="内容页-右侧图片 copy">
    <p:bg>
      <p:bgPr>
        <a:solidFill>
          <a:srgbClr val="F4F4F4"/>
        </a:solidFill>
        <a:effectLst/>
      </p:bgPr>
    </p:bg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矩形"/>
          <p:cNvSpPr/>
          <p:nvPr/>
        </p:nvSpPr>
        <p:spPr>
          <a:xfrm>
            <a:off x="-5610" y="8198555"/>
            <a:ext cx="8098086" cy="14465"/>
          </a:xfrm>
          <a:prstGeom prst="rect">
            <a:avLst/>
          </a:prstGeom>
          <a:solidFill>
            <a:srgbClr val="000000">
              <a:alpha val="5000"/>
            </a:srgbClr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>
              <a:defRPr sz="14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1" name="幻灯片编号"/>
          <p:cNvSpPr txBox="true">
            <a:spLocks noGrp="true"/>
          </p:cNvSpPr>
          <p:nvPr>
            <p:ph type="sldNum" sz="quarter" idx="2"/>
          </p:nvPr>
        </p:nvSpPr>
        <p:spPr>
          <a:xfrm>
            <a:off x="-1" y="8244540"/>
            <a:ext cx="8086868" cy="29548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102" name="正文级别 1…"/>
          <p:cNvSpPr txBox="true">
            <a:spLocks noGrp="true"/>
          </p:cNvSpPr>
          <p:nvPr>
            <p:ph type="body" sz="half" idx="1"/>
          </p:nvPr>
        </p:nvSpPr>
        <p:spPr>
          <a:xfrm>
            <a:off x="1118360" y="2950351"/>
            <a:ext cx="5850146" cy="4927036"/>
          </a:xfrm>
          <a:prstGeom prst="rect">
            <a:avLst/>
          </a:prstGeom>
        </p:spPr>
        <p:txBody>
          <a:bodyPr/>
          <a:lstStyle>
            <a:lvl1pPr marL="575733" indent="-575733" algn="l">
              <a:lnSpc>
                <a:spcPct val="80000"/>
              </a:lnSpc>
              <a:spcBef>
                <a:spcPts val="3500"/>
              </a:spcBef>
              <a:buSzPct val="75000"/>
              <a:buChar char="•"/>
              <a:defRPr sz="3400"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1185333" indent="-575733" algn="l">
              <a:lnSpc>
                <a:spcPct val="80000"/>
              </a:lnSpc>
              <a:spcBef>
                <a:spcPts val="3500"/>
              </a:spcBef>
              <a:buSzPct val="75000"/>
              <a:buChar char="•"/>
              <a:defRPr sz="3400"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2pPr>
            <a:lvl3pPr marL="1794933" indent="-575733" algn="l">
              <a:lnSpc>
                <a:spcPct val="80000"/>
              </a:lnSpc>
              <a:spcBef>
                <a:spcPts val="3500"/>
              </a:spcBef>
              <a:buSzPct val="75000"/>
              <a:buChar char="•"/>
              <a:defRPr sz="3400"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3pPr>
            <a:lvl4pPr marL="2404533" indent="-575733" algn="l">
              <a:lnSpc>
                <a:spcPct val="80000"/>
              </a:lnSpc>
              <a:spcBef>
                <a:spcPts val="3500"/>
              </a:spcBef>
              <a:buSzPct val="75000"/>
              <a:buChar char="•"/>
              <a:defRPr sz="3400"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4pPr>
            <a:lvl5pPr marL="3014133" indent="-575733" algn="l">
              <a:lnSpc>
                <a:spcPct val="80000"/>
              </a:lnSpc>
              <a:spcBef>
                <a:spcPts val="3500"/>
              </a:spcBef>
              <a:buSzPct val="75000"/>
              <a:buChar char="•"/>
              <a:defRPr sz="3400"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5pPr>
          </a:lstStyle>
          <a:p>
            <a:pPr/>
            <a:r>
              <a:rPr/>
              <a:t>正文级别 1</a:t>
            </a:r>
            <a:endParaRPr/>
          </a:p>
          <a:p>
            <a:pPr lvl="1"/>
            <a:r>
              <a:rPr/>
              <a:t>正文级别 2</a:t>
            </a:r>
            <a:endParaRPr/>
          </a:p>
          <a:p>
            <a:pPr lvl="2"/>
            <a:r>
              <a:rPr/>
              <a:t>正文级别 3</a:t>
            </a:r>
            <a:endParaRPr/>
          </a:p>
          <a:p>
            <a:pPr lvl="3"/>
            <a:r>
              <a:rPr/>
              <a:t>正文级别 4</a:t>
            </a:r>
            <a:endParaRPr/>
          </a:p>
          <a:p>
            <a:pPr lvl="4"/>
            <a:r>
              <a:rPr/>
              <a:t>正文级别 5</a:t>
            </a:r>
            <a:endParaRPr/>
          </a:p>
        </p:txBody>
      </p:sp>
      <p:sp>
        <p:nvSpPr>
          <p:cNvPr id="103" name="Freeform 5"/>
          <p:cNvSpPr/>
          <p:nvPr/>
        </p:nvSpPr>
        <p:spPr>
          <a:xfrm>
            <a:off x="131020" y="8273900"/>
            <a:ext cx="225639" cy="1918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false"/>
            </a:pathLst>
          </a:custGeom>
          <a:solidFill>
            <a:srgbClr val="000000">
              <a:alpha val="20000"/>
            </a:srgbClr>
          </a:solidFill>
          <a:ln w="3175">
            <a:miter lim="400000"/>
          </a:ln>
        </p:spPr>
        <p:txBody>
          <a:bodyPr lIns="24383" tIns="24383" rIns="24383" bIns="24383"/>
          <a:lstStyle/>
          <a:p>
            <a:pPr defTabSz="650240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4" name="tencent_left.png"/>
          <p:cNvSpPr>
            <a:spLocks noGrp="true"/>
          </p:cNvSpPr>
          <p:nvPr>
            <p:ph type="pic" sz="half" idx="13"/>
          </p:nvPr>
        </p:nvSpPr>
        <p:spPr>
          <a:xfrm>
            <a:off x="8077553" y="1220046"/>
            <a:ext cx="4947436" cy="731350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  <a:endParaRPr/>
          </a:p>
        </p:txBody>
      </p:sp>
      <p:sp>
        <p:nvSpPr>
          <p:cNvPr id="105" name="标题文本"/>
          <p:cNvSpPr txBox="true">
            <a:spLocks noGrp="true"/>
          </p:cNvSpPr>
          <p:nvPr>
            <p:ph type="title"/>
          </p:nvPr>
        </p:nvSpPr>
        <p:spPr>
          <a:xfrm>
            <a:off x="776307" y="1412028"/>
            <a:ext cx="6534252" cy="1086168"/>
          </a:xfrm>
          <a:prstGeom prst="rect">
            <a:avLst/>
          </a:prstGeom>
        </p:spPr>
        <p:txBody>
          <a:bodyPr anchor="b"/>
          <a:lstStyle>
            <a:lvl1pPr algn="l">
              <a:defRPr sz="3600" b="false">
                <a:solidFill>
                  <a:srgbClr val="034FD8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rPr/>
              <a:t>标题文本</a:t>
            </a:r>
            <a:endParaRPr/>
          </a:p>
        </p:txBody>
      </p:sp>
      <p:pic>
        <p:nvPicPr>
          <p:cNvPr id="106" name="Page.png" descr="Page.pn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-4967112" y="1219199"/>
            <a:ext cx="13004802" cy="7315202"/>
          </a:xfrm>
          <a:prstGeom prst="rect">
            <a:avLst/>
          </a:prstGeom>
          <a:ln w="3175">
            <a:miter lim="400000"/>
          </a:ln>
        </p:spPr>
      </p:pic>
      <p:sp>
        <p:nvSpPr>
          <p:cNvPr id="107" name="矩形"/>
          <p:cNvSpPr/>
          <p:nvPr/>
        </p:nvSpPr>
        <p:spPr>
          <a:xfrm>
            <a:off x="-8503" y="1979682"/>
            <a:ext cx="742775" cy="480273"/>
          </a:xfrm>
          <a:prstGeom prst="rect">
            <a:avLst/>
          </a:prstGeom>
          <a:solidFill>
            <a:srgbClr val="0252D8"/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>
              <a:defRPr sz="14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8" name="1"/>
          <p:cNvSpPr txBox="true">
            <a:spLocks noGrp="true"/>
          </p:cNvSpPr>
          <p:nvPr>
            <p:ph type="body" sz="quarter" idx="14"/>
          </p:nvPr>
        </p:nvSpPr>
        <p:spPr>
          <a:xfrm>
            <a:off x="-65693" y="1911632"/>
            <a:ext cx="857155" cy="61637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lvl="1"/>
            <a:r>
              <a:rPr/>
              <a:t>1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showMasterSp="false" type="tx">
  <p:cSld name="图片页">
    <p:bg>
      <p:bgPr>
        <a:solidFill>
          <a:srgbClr val="F4F4F4"/>
        </a:solidFill>
        <a:effectLst/>
      </p:bgPr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"/>
          <p:cNvSpPr/>
          <p:nvPr/>
        </p:nvSpPr>
        <p:spPr>
          <a:xfrm>
            <a:off x="-5610" y="8198555"/>
            <a:ext cx="13004802" cy="342583"/>
          </a:xfrm>
          <a:prstGeom prst="rect">
            <a:avLst/>
          </a:prstGeom>
          <a:solidFill>
            <a:srgbClr val="000000">
              <a:alpha val="5000"/>
            </a:srgbClr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>
              <a:defRPr sz="1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2" name="tencent1.png"/>
          <p:cNvSpPr>
            <a:spLocks noGrp="true"/>
          </p:cNvSpPr>
          <p:nvPr>
            <p:ph type="pic" idx="13"/>
          </p:nvPr>
        </p:nvSpPr>
        <p:spPr>
          <a:xfrm>
            <a:off x="-1" y="1219199"/>
            <a:ext cx="13004802" cy="73152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  <a:endParaRPr/>
          </a:p>
        </p:txBody>
      </p:sp>
      <p:sp>
        <p:nvSpPr>
          <p:cNvPr id="13" name="幻灯片编号"/>
          <p:cNvSpPr txBox="true">
            <a:spLocks noGrp="true"/>
          </p:cNvSpPr>
          <p:nvPr>
            <p:ph type="sldNum" sz="quarter" idx="2"/>
          </p:nvPr>
        </p:nvSpPr>
        <p:spPr>
          <a:xfrm>
            <a:off x="-5610" y="8244540"/>
            <a:ext cx="13004802" cy="29548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showMasterSp="false" type="tx">
  <p:cSld name="Photo - 3 Up">
    <p:bg>
      <p:bgPr>
        <a:solidFill>
          <a:srgbClr val="F4F4F4"/>
        </a:solidFill>
        <a:effectLst/>
      </p:bgPr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/>
          <p:nvPr/>
        </p:nvSpPr>
        <p:spPr>
          <a:xfrm>
            <a:off x="-5610" y="8198555"/>
            <a:ext cx="13004802" cy="342583"/>
          </a:xfrm>
          <a:prstGeom prst="rect">
            <a:avLst/>
          </a:prstGeom>
          <a:solidFill>
            <a:srgbClr val="000000">
              <a:alpha val="5000"/>
            </a:srgbClr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>
              <a:defRPr sz="1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6" name="cctv.png"/>
          <p:cNvSpPr>
            <a:spLocks noGrp="true"/>
          </p:cNvSpPr>
          <p:nvPr>
            <p:ph type="pic" sz="quarter" idx="13"/>
          </p:nvPr>
        </p:nvSpPr>
        <p:spPr>
          <a:xfrm>
            <a:off x="6501024" y="4876800"/>
            <a:ext cx="6503716" cy="365626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  <a:endParaRPr/>
          </a:p>
        </p:txBody>
      </p:sp>
      <p:sp>
        <p:nvSpPr>
          <p:cNvPr id="17" name="VCG41108918332.jpg"/>
          <p:cNvSpPr>
            <a:spLocks noGrp="true"/>
          </p:cNvSpPr>
          <p:nvPr>
            <p:ph type="pic" sz="quarter" idx="14"/>
          </p:nvPr>
        </p:nvSpPr>
        <p:spPr>
          <a:xfrm>
            <a:off x="6501236" y="1221479"/>
            <a:ext cx="6503339" cy="36547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  <a:endParaRPr/>
          </a:p>
        </p:txBody>
      </p:sp>
      <p:sp>
        <p:nvSpPr>
          <p:cNvPr id="18" name="bj.png"/>
          <p:cNvSpPr>
            <a:spLocks noGrp="true"/>
          </p:cNvSpPr>
          <p:nvPr>
            <p:ph type="pic" sz="half" idx="15"/>
          </p:nvPr>
        </p:nvSpPr>
        <p:spPr>
          <a:xfrm>
            <a:off x="-2485" y="1219305"/>
            <a:ext cx="6503896" cy="731501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  <a:endParaRPr/>
          </a:p>
        </p:txBody>
      </p:sp>
      <p:sp>
        <p:nvSpPr>
          <p:cNvPr id="19" name="幻灯片编号"/>
          <p:cNvSpPr txBox="true">
            <a:spLocks noGrp="true"/>
          </p:cNvSpPr>
          <p:nvPr>
            <p:ph type="sldNum" sz="quarter" idx="2"/>
          </p:nvPr>
        </p:nvSpPr>
        <p:spPr>
          <a:xfrm>
            <a:off x="-5610" y="8244540"/>
            <a:ext cx="13004802" cy="29548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20" name="Freeform 5"/>
          <p:cNvSpPr/>
          <p:nvPr/>
        </p:nvSpPr>
        <p:spPr>
          <a:xfrm>
            <a:off x="131020" y="8273900"/>
            <a:ext cx="225639" cy="1918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false"/>
            </a:pathLst>
          </a:custGeom>
          <a:solidFill>
            <a:srgbClr val="000000">
              <a:alpha val="20000"/>
            </a:srgbClr>
          </a:solidFill>
          <a:ln w="3175">
            <a:miter lim="400000"/>
          </a:ln>
        </p:spPr>
        <p:txBody>
          <a:bodyPr lIns="24383" tIns="24383" rIns="24383" bIns="24383"/>
          <a:lstStyle/>
          <a:p>
            <a:pPr defTabSz="650240"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false" type="tx">
  <p:cSld name="Quote">
    <p:bg>
      <p:bgPr>
        <a:solidFill>
          <a:srgbClr val="F4F4F4"/>
        </a:solidFill>
        <a:effectLst/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5"/>
          <p:cNvSpPr/>
          <p:nvPr/>
        </p:nvSpPr>
        <p:spPr>
          <a:xfrm>
            <a:off x="131020" y="8273900"/>
            <a:ext cx="225639" cy="1918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false"/>
            </a:pathLst>
          </a:custGeom>
          <a:solidFill>
            <a:srgbClr val="000000">
              <a:alpha val="20000"/>
            </a:srgbClr>
          </a:solidFill>
          <a:ln w="3175">
            <a:miter lim="400000"/>
          </a:ln>
        </p:spPr>
        <p:txBody>
          <a:bodyPr lIns="24383" tIns="24383" rIns="24383" bIns="24383"/>
          <a:lstStyle/>
          <a:p>
            <a:pPr defTabSz="650240"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3" name="–Johnny Appleseed"/>
          <p:cNvSpPr txBox="true">
            <a:spLocks noGrp="true"/>
          </p:cNvSpPr>
          <p:nvPr>
            <p:ph type="body" sz="quarter" idx="13"/>
          </p:nvPr>
        </p:nvSpPr>
        <p:spPr>
          <a:xfrm>
            <a:off x="1507896" y="5984240"/>
            <a:ext cx="9995782" cy="389264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2200" i="true"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rPr/>
              <a:t>–Johnny Appleseed</a:t>
            </a:r>
            <a:endParaRPr/>
          </a:p>
        </p:txBody>
      </p:sp>
      <p:sp>
        <p:nvSpPr>
          <p:cNvPr id="24" name="“Type a quote here.”"/>
          <p:cNvSpPr txBox="true">
            <a:spLocks noGrp="true"/>
          </p:cNvSpPr>
          <p:nvPr>
            <p:ph type="body" sz="quarter" idx="14"/>
          </p:nvPr>
        </p:nvSpPr>
        <p:spPr>
          <a:xfrm>
            <a:off x="1507896" y="4471566"/>
            <a:ext cx="9995782" cy="810468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defRPr sz="50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rPr/>
              <a:t>“Type a quote here.”</a:t>
            </a:r>
            <a:endParaRPr/>
          </a:p>
        </p:txBody>
      </p:sp>
      <p:sp>
        <p:nvSpPr>
          <p:cNvPr id="25" name="幻灯片编号"/>
          <p:cNvSpPr txBox="true">
            <a:spLocks noGrp="true"/>
          </p:cNvSpPr>
          <p:nvPr>
            <p:ph type="sldNum" sz="quarter" idx="2"/>
          </p:nvPr>
        </p:nvSpPr>
        <p:spPr>
          <a:xfrm>
            <a:off x="3386" y="8244540"/>
            <a:ext cx="13004802" cy="29548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26" name="矩形"/>
          <p:cNvSpPr/>
          <p:nvPr/>
        </p:nvSpPr>
        <p:spPr>
          <a:xfrm>
            <a:off x="-5610" y="8198555"/>
            <a:ext cx="13016020" cy="14324"/>
          </a:xfrm>
          <a:prstGeom prst="rect">
            <a:avLst/>
          </a:prstGeom>
          <a:solidFill>
            <a:srgbClr val="000000">
              <a:alpha val="5000"/>
            </a:srgbClr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>
              <a:defRPr sz="1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27" name="Page.png" descr="Page.pn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1219199"/>
            <a:ext cx="13004802" cy="7315202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false" type="tx">
  <p:cSld name="空白页-黑">
    <p:bg>
      <p:bgPr>
        <a:solidFill>
          <a:srgbClr val="000000"/>
        </a:solidFill>
        <a:effectLst/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幻灯片编号"/>
          <p:cNvSpPr txBox="true">
            <a:spLocks noGrp="true"/>
          </p:cNvSpPr>
          <p:nvPr>
            <p:ph type="sldNum" sz="quarter" idx="2"/>
          </p:nvPr>
        </p:nvSpPr>
        <p:spPr>
          <a:xfrm>
            <a:off x="-1" y="8244540"/>
            <a:ext cx="13004802" cy="29548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30" name="Freeform 5"/>
          <p:cNvSpPr/>
          <p:nvPr/>
        </p:nvSpPr>
        <p:spPr>
          <a:xfrm>
            <a:off x="131020" y="8273900"/>
            <a:ext cx="225639" cy="1918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false"/>
            </a:pathLst>
          </a:custGeom>
          <a:solidFill>
            <a:srgbClr val="FFFFFF">
              <a:alpha val="20000"/>
            </a:srgbClr>
          </a:solidFill>
          <a:ln w="3175">
            <a:miter lim="400000"/>
          </a:ln>
        </p:spPr>
        <p:txBody>
          <a:bodyPr lIns="24383" tIns="24383" rIns="24383" bIns="24383"/>
          <a:lstStyle/>
          <a:p>
            <a:pPr defTabSz="650240"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31" name="Page.png" descr="Page.pn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1219199"/>
            <a:ext cx="13004802" cy="7315202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false" type="tx">
  <p:cSld name="空白页-灰">
    <p:bg>
      <p:bgPr>
        <a:solidFill>
          <a:srgbClr val="F4F4F4"/>
        </a:solidFill>
        <a:effectLst/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幻灯片编号"/>
          <p:cNvSpPr txBox="true">
            <a:spLocks noGrp="true"/>
          </p:cNvSpPr>
          <p:nvPr>
            <p:ph type="sldNum" sz="quarter" idx="2"/>
          </p:nvPr>
        </p:nvSpPr>
        <p:spPr>
          <a:xfrm>
            <a:off x="-5610" y="8244540"/>
            <a:ext cx="13004801" cy="29548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34" name="Freeform 5"/>
          <p:cNvSpPr/>
          <p:nvPr/>
        </p:nvSpPr>
        <p:spPr>
          <a:xfrm>
            <a:off x="131020" y="8273900"/>
            <a:ext cx="225639" cy="1918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false"/>
            </a:pathLst>
          </a:custGeom>
          <a:solidFill>
            <a:srgbClr val="000000">
              <a:alpha val="20000"/>
            </a:srgbClr>
          </a:solidFill>
          <a:ln w="3175">
            <a:miter lim="400000"/>
          </a:ln>
        </p:spPr>
        <p:txBody>
          <a:bodyPr lIns="24383" tIns="24383" rIns="24383" bIns="24383"/>
          <a:lstStyle/>
          <a:p>
            <a:pPr defTabSz="650240"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5" name="矩形"/>
          <p:cNvSpPr/>
          <p:nvPr/>
        </p:nvSpPr>
        <p:spPr>
          <a:xfrm>
            <a:off x="-5610" y="8198555"/>
            <a:ext cx="13016020" cy="14324"/>
          </a:xfrm>
          <a:prstGeom prst="rect">
            <a:avLst/>
          </a:prstGeom>
          <a:solidFill>
            <a:srgbClr val="000000">
              <a:alpha val="5000"/>
            </a:srgbClr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>
              <a:defRPr sz="1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36" name="Page.png" descr="Page.pn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1219199"/>
            <a:ext cx="13004802" cy="7315202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false" type="tx">
  <p:cSld name="空白页-腾讯蓝">
    <p:bg>
      <p:bgPr>
        <a:solidFill>
          <a:srgbClr val="0252D8"/>
        </a:solidFill>
        <a:effectLst/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"/>
          <p:cNvSpPr/>
          <p:nvPr/>
        </p:nvSpPr>
        <p:spPr>
          <a:xfrm>
            <a:off x="-5610" y="8198555"/>
            <a:ext cx="13004802" cy="342583"/>
          </a:xfrm>
          <a:prstGeom prst="rect">
            <a:avLst/>
          </a:prstGeom>
          <a:solidFill>
            <a:srgbClr val="000000">
              <a:alpha val="5000"/>
            </a:srgbClr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>
              <a:defRPr sz="1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9" name="幻灯片编号"/>
          <p:cNvSpPr txBox="true">
            <a:spLocks noGrp="true"/>
          </p:cNvSpPr>
          <p:nvPr>
            <p:ph type="sldNum" sz="quarter" idx="2"/>
          </p:nvPr>
        </p:nvSpPr>
        <p:spPr>
          <a:xfrm>
            <a:off x="-5610" y="8244540"/>
            <a:ext cx="13004801" cy="29548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40" name="Freeform 5"/>
          <p:cNvSpPr/>
          <p:nvPr/>
        </p:nvSpPr>
        <p:spPr>
          <a:xfrm>
            <a:off x="131020" y="8273900"/>
            <a:ext cx="225639" cy="1918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false"/>
            </a:pathLst>
          </a:custGeom>
          <a:solidFill>
            <a:srgbClr val="FFFFFF">
              <a:alpha val="20000"/>
            </a:srgbClr>
          </a:solidFill>
          <a:ln w="3175">
            <a:miter lim="400000"/>
          </a:ln>
        </p:spPr>
        <p:txBody>
          <a:bodyPr lIns="24383" tIns="24383" rIns="24383" bIns="24383"/>
          <a:lstStyle/>
          <a:p>
            <a:pPr defTabSz="650240"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41" name="Page.png" descr="Page.pn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1219199"/>
            <a:ext cx="13004802" cy="7315202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false" type="tx">
  <p:cSld name="结束页">
    <p:bg>
      <p:bgPr>
        <a:solidFill>
          <a:srgbClr val="0252D8"/>
        </a:solidFill>
        <a:effectLst/>
      </p:bgPr>
    </p:bg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像" descr="图像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5608487" y="1768906"/>
            <a:ext cx="1787826" cy="240296"/>
          </a:xfrm>
          <a:prstGeom prst="rect">
            <a:avLst/>
          </a:prstGeom>
          <a:ln w="3175">
            <a:miter lim="400000"/>
          </a:ln>
        </p:spPr>
      </p:pic>
      <p:sp>
        <p:nvSpPr>
          <p:cNvPr id="44" name="Thanks"/>
          <p:cNvSpPr txBox="true"/>
          <p:nvPr/>
        </p:nvSpPr>
        <p:spPr>
          <a:xfrm>
            <a:off x="2567393" y="3288171"/>
            <a:ext cx="8005480" cy="3330787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wrap="none" lIns="27093" tIns="27093" rIns="27093" bIns="27093" anchor="ctr">
            <a:spAutoFit/>
          </a:bodyPr>
          <a:lstStyle>
            <a:lvl1pPr>
              <a:defRPr sz="19800" spc="-990">
                <a:solidFill>
                  <a:srgbClr val="FFFFFF"/>
                </a:solidFill>
                <a:latin typeface="+mn-lt"/>
                <a:ea typeface="+mn-ea"/>
                <a:cs typeface="+mn-cs"/>
                <a:sym typeface="TTTGBMedium"/>
              </a:defRPr>
            </a:lvl1pPr>
          </a:lstStyle>
          <a:p>
            <a:pPr/>
            <a:r>
              <a:rPr/>
              <a:t>Thanks</a:t>
            </a:r>
            <a:endParaRPr/>
          </a:p>
        </p:txBody>
      </p:sp>
      <p:sp>
        <p:nvSpPr>
          <p:cNvPr id="45" name="幻灯片编号"/>
          <p:cNvSpPr txBox="true">
            <a:spLocks noGrp="true"/>
          </p:cNvSpPr>
          <p:nvPr>
            <p:ph type="sldNum" sz="quarter" idx="2"/>
          </p:nvPr>
        </p:nvSpPr>
        <p:spPr>
          <a:xfrm>
            <a:off x="-5610" y="8244540"/>
            <a:ext cx="13004801" cy="29548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false" type="tx">
  <p:cSld name="结束页-带纹理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1-01.png" descr="1-01.pn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4578" y="-1"/>
            <a:ext cx="12995643" cy="7315202"/>
          </a:xfrm>
          <a:prstGeom prst="rect">
            <a:avLst/>
          </a:prstGeom>
          <a:ln w="3175">
            <a:miter lim="400000"/>
          </a:ln>
        </p:spPr>
      </p:pic>
      <p:sp>
        <p:nvSpPr>
          <p:cNvPr id="48" name="Thanks"/>
          <p:cNvSpPr txBox="true"/>
          <p:nvPr/>
        </p:nvSpPr>
        <p:spPr>
          <a:xfrm>
            <a:off x="598920" y="2996070"/>
            <a:ext cx="6632157" cy="2547705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wrap="none" lIns="27093" tIns="27093" rIns="27093" bIns="27093">
            <a:spAutoFit/>
          </a:bodyPr>
          <a:lstStyle>
            <a:lvl1pPr algn="l">
              <a:defRPr sz="16200" spc="-810">
                <a:solidFill>
                  <a:srgbClr val="FFFFFF"/>
                </a:solidFill>
                <a:latin typeface="+mn-lt"/>
                <a:ea typeface="+mn-ea"/>
                <a:cs typeface="+mn-cs"/>
                <a:sym typeface="TTTGBMedium"/>
              </a:defRPr>
            </a:lvl1pPr>
          </a:lstStyle>
          <a:p>
            <a:pPr/>
            <a:r>
              <a:rPr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Thanks</a:t>
            </a:r>
            <a:endParaRPr/>
          </a:p>
        </p:txBody>
      </p:sp>
      <p:sp>
        <p:nvSpPr>
          <p:cNvPr id="49" name="幻灯片编号"/>
          <p:cNvSpPr txBox="true">
            <a:spLocks noGrp="true"/>
          </p:cNvSpPr>
          <p:nvPr>
            <p:ph type="sldNum" sz="quarter" idx="2"/>
          </p:nvPr>
        </p:nvSpPr>
        <p:spPr>
          <a:xfrm>
            <a:off x="-1" y="8244540"/>
            <a:ext cx="13004802" cy="29548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9" Type="http://schemas.openxmlformats.org/officeDocument/2006/relationships/slideLayout" Target="../slideLayouts/slideLayout10.xml" /><Relationship Id="rId3" Type="http://schemas.openxmlformats.org/officeDocument/2006/relationships/slideLayout" Target="../slideLayouts/slideLayout4.xml" /><Relationship Id="rId2" Type="http://schemas.openxmlformats.org/officeDocument/2006/relationships/slideLayout" Target="../slideLayouts/slideLayout3.xml" /><Relationship Id="rId19" Type="http://schemas.openxmlformats.org/officeDocument/2006/relationships/image" Target="media/image1.png" /><Relationship Id="rId15" Type="http://schemas.openxmlformats.org/officeDocument/2006/relationships/slideLayout" Target="../slideLayouts/slideLayout16.xml" /><Relationship Id="rId20" Type="http://schemas.openxmlformats.org/officeDocument/2006/relationships/image" Target="media/image2.png" /><Relationship Id="rId14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1.xml" /><Relationship Id="rId16" Type="http://schemas.openxmlformats.org/officeDocument/2006/relationships/slideLayout" Target="../slideLayouts/slideLayout17.xml" /><Relationship Id="rId1" Type="http://schemas.openxmlformats.org/officeDocument/2006/relationships/slideLayout" Target="../slideLayouts/slideLayout2.xml" /><Relationship Id="rId12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4" Type="http://schemas.openxmlformats.org/officeDocument/2006/relationships/slideLayout" Target="../slideLayouts/slideLayout5.xml" /><Relationship Id="rId17" Type="http://schemas.openxmlformats.org/officeDocument/2006/relationships/slideLayout" Target="../slideLayouts/slideLayout18.xml" /><Relationship Id="rId0" Type="http://schemas.openxmlformats.org/officeDocument/2006/relationships/slideLayout" Target="../slideLayouts/slideLayout1.xml" /><Relationship Id="rId13" Type="http://schemas.openxmlformats.org/officeDocument/2006/relationships/slideLayout" Target="../slideLayouts/slideLayout14.xml" /><Relationship Id="rId5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2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-01.png" descr="2-01.png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8" y="1219199"/>
            <a:ext cx="12995643" cy="7315202"/>
          </a:xfrm>
          <a:prstGeom prst="rect">
            <a:avLst/>
          </a:prstGeom>
          <a:ln w="3175">
            <a:miter lim="400000"/>
          </a:ln>
        </p:spPr>
      </p:pic>
      <p:pic>
        <p:nvPicPr>
          <p:cNvPr id="3" name="图像" descr="图像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>
            <a:off x="136865" y="8275678"/>
            <a:ext cx="221546" cy="188337"/>
          </a:xfrm>
          <a:prstGeom prst="rect">
            <a:avLst/>
          </a:prstGeom>
          <a:ln w="3175">
            <a:miter lim="400000"/>
          </a:ln>
        </p:spPr>
      </p:pic>
      <p:sp>
        <p:nvSpPr>
          <p:cNvPr id="4" name="标题文本"/>
          <p:cNvSpPr txBox="true">
            <a:spLocks noGrp="true"/>
          </p:cNvSpPr>
          <p:nvPr>
            <p:ph type="title"/>
          </p:nvPr>
        </p:nvSpPr>
        <p:spPr>
          <a:xfrm>
            <a:off x="1082745" y="1304942"/>
            <a:ext cx="10992839" cy="5861298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 anchor="ctr">
            <a:normAutofit/>
          </a:bodyPr>
          <a:lstStyle/>
          <a:p>
            <a:pPr/>
            <a:r>
              <a:rPr/>
              <a:t>标题文本</a:t>
            </a:r>
            <a:endParaRPr/>
          </a:p>
        </p:txBody>
      </p:sp>
      <p:sp>
        <p:nvSpPr>
          <p:cNvPr id="5" name="矩形"/>
          <p:cNvSpPr/>
          <p:nvPr/>
        </p:nvSpPr>
        <p:spPr>
          <a:xfrm>
            <a:off x="-5610" y="8198555"/>
            <a:ext cx="13016020" cy="14324"/>
          </a:xfrm>
          <a:prstGeom prst="rect">
            <a:avLst/>
          </a:prstGeom>
          <a:solidFill>
            <a:srgbClr val="00CCFF"/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>
              <a:defRPr sz="1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6" name="正文级别 1…"/>
          <p:cNvSpPr txBox="true">
            <a:spLocks noGrp="true"/>
          </p:cNvSpPr>
          <p:nvPr>
            <p:ph type="body" idx="1"/>
          </p:nvPr>
        </p:nvSpPr>
        <p:spPr>
          <a:xfrm>
            <a:off x="1005980" y="5444525"/>
            <a:ext cx="10992840" cy="675994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>
            <a:normAutofit/>
          </a:bodyPr>
          <a:lstStyle/>
          <a:p>
            <a:pPr/>
            <a:r>
              <a:rPr/>
              <a:t>正文级别 1</a:t>
            </a:r>
            <a:endParaRPr/>
          </a:p>
          <a:p>
            <a:pPr lvl="1"/>
            <a:r>
              <a:rPr/>
              <a:t>正文级别 2</a:t>
            </a:r>
            <a:endParaRPr/>
          </a:p>
          <a:p>
            <a:pPr lvl="2"/>
            <a:r>
              <a:rPr/>
              <a:t>正文级别 3</a:t>
            </a:r>
            <a:endParaRPr/>
          </a:p>
          <a:p>
            <a:pPr lvl="3"/>
            <a:r>
              <a:rPr/>
              <a:t>正文级别 4</a:t>
            </a:r>
            <a:endParaRPr/>
          </a:p>
          <a:p>
            <a:pPr lvl="4"/>
            <a:r>
              <a:rPr/>
              <a:t>正文级别 5</a:t>
            </a:r>
            <a:endParaRPr/>
          </a:p>
        </p:txBody>
      </p:sp>
      <p:sp>
        <p:nvSpPr>
          <p:cNvPr id="7" name="幻灯片编号"/>
          <p:cNvSpPr txBox="true">
            <a:spLocks noGrp="true"/>
          </p:cNvSpPr>
          <p:nvPr>
            <p:ph type="sldNum" sz="quarter" idx="2"/>
          </p:nvPr>
        </p:nvSpPr>
        <p:spPr>
          <a:xfrm>
            <a:off x="-1" y="8244540"/>
            <a:ext cx="13004802" cy="295487"/>
          </a:xfrm>
          <a:prstGeom prst="rect">
            <a:avLst/>
          </a:prstGeom>
          <a:ln w="3175">
            <a:miter lim="400000"/>
          </a:ln>
        </p:spPr>
        <p:txBody>
          <a:bodyPr lIns="27093" tIns="27093" rIns="27093" bIns="27093">
            <a:spAutoFit/>
          </a:bodyPr>
          <a:lstStyle>
            <a:lvl1pPr marR="180622" algn="r">
              <a:defRPr sz="1600">
                <a:solidFill>
                  <a:schemeClr val="accent6">
                    <a:hueOff val="7068528"/>
                    <a:satOff val="-63217"/>
                    <a:lumOff val="21330"/>
                  </a:schemeClr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</p:sldLayoutIdLst>
  <p:txStyles>
    <p:titleStyle>
      <a:lvl1pPr marL="0" marR="0" indent="0" algn="ct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true" i="false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1pPr>
      <a:lvl2pPr marL="0" marR="0" indent="228600" algn="ct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true" i="false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2pPr>
      <a:lvl3pPr marL="0" marR="0" indent="457200" algn="ct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true" i="false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3pPr>
      <a:lvl4pPr marL="0" marR="0" indent="685800" algn="ct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true" i="false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4pPr>
      <a:lvl5pPr marL="0" marR="0" indent="914400" algn="ct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true" i="false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5pPr>
      <a:lvl6pPr marL="0" marR="0" indent="1143000" algn="ct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true" i="false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6pPr>
      <a:lvl7pPr marL="0" marR="0" indent="1371600" algn="ct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true" i="false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7pPr>
      <a:lvl8pPr marL="0" marR="0" indent="1600200" algn="ct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true" i="false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8pPr>
      <a:lvl9pPr marL="0" marR="0" indent="1828800" algn="ct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true" i="false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9pPr>
    </p:titleStyle>
    <p:bodyStyle>
      <a:lvl1pPr marL="0" marR="0" indent="0" algn="ct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false" i="false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1pPr>
      <a:lvl2pPr marL="0" marR="0" indent="228600" algn="ct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false" i="false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2pPr>
      <a:lvl3pPr marL="0" marR="0" indent="457200" algn="ct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false" i="false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3pPr>
      <a:lvl4pPr marL="0" marR="0" indent="685800" algn="ct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false" i="false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4pPr>
      <a:lvl5pPr marL="0" marR="0" indent="914400" algn="ct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false" i="false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5pPr>
      <a:lvl6pPr marL="0" marR="0" indent="1143000" algn="ct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false" i="false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6pPr>
      <a:lvl7pPr marL="0" marR="0" indent="1371600" algn="ct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false" i="false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7pPr>
      <a:lvl8pPr marL="0" marR="0" indent="1600200" algn="ct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false" i="false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8pPr>
      <a:lvl9pPr marL="0" marR="0" indent="1828800" algn="ct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false" i="false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9pPr>
    </p:bodyStyle>
    <p:otherStyle>
      <a:lvl1pPr marL="0" marR="180622" indent="0" algn="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false" i="false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180622" indent="228600" algn="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false" i="false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180622" indent="457200" algn="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false" i="false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180622" indent="685800" algn="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false" i="false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180622" indent="914400" algn="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false" i="false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180622" indent="1143000" algn="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false" i="false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180622" indent="1371600" algn="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false" i="false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180622" indent="1600200" algn="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false" i="false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180622" indent="1828800" algn="r" defTabSz="587022" rtl="false" latinLnBrk="false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false" i="false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4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5.xml" 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image" Target="media/image23.png" /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6.xml" 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image" Target="media/image24.png" /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6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5.xml" /></Relationships>
</file>

<file path=ppt/slides/_rels/slide6.xml.rels><?xml version="1.0" encoding="UTF-8" standalone="yes"?><Relationships xmlns="http://schemas.openxmlformats.org/package/2006/relationships"><Relationship Id="rId4" Type="http://schemas.openxmlformats.org/officeDocument/2006/relationships/image" Target="media/image27.png" /><Relationship Id="rId3" Type="http://schemas.openxmlformats.org/officeDocument/2006/relationships/image" Target="media/image26.png" /><Relationship Id="rId2" Type="http://schemas.openxmlformats.org/officeDocument/2006/relationships/image" Target="media/image25.png" /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6.xml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28.png" /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6.xml" /></Relationships>
</file>

<file path=ppt/slides/_rels/slide8.xml.rels><?xml version="1.0" encoding="UTF-8" standalone="yes"?><Relationships xmlns="http://schemas.openxmlformats.org/package/2006/relationships"><Relationship Id="rId3" Type="http://schemas.openxmlformats.org/officeDocument/2006/relationships/image" Target="media/image30.png" /><Relationship Id="rId2" Type="http://schemas.openxmlformats.org/officeDocument/2006/relationships/image" Target="media/image29.png" /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6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5.xml" /></Relationships>
</file>

<file path=ppt/slides/_rels/slide10.xml.rels><?xml version="1.0" encoding="UTF-8" standalone="yes"?><Relationships xmlns="http://schemas.openxmlformats.org/package/2006/relationships"><Relationship Id="rId4" Type="http://schemas.openxmlformats.org/officeDocument/2006/relationships/image" Target="media/image11.png" /><Relationship Id="rId3" Type="http://schemas.openxmlformats.org/officeDocument/2006/relationships/image" Target="media/image10.png" /><Relationship Id="rId1" Type="http://schemas.openxmlformats.org/officeDocument/2006/relationships/image" Target="media/image8.png" /><Relationship Id="rId2" Type="http://schemas.openxmlformats.org/officeDocument/2006/relationships/image" Target="media/image9.png" /><Relationship Id="rId0" Type="http://schemas.openxmlformats.org/officeDocument/2006/relationships/slideLayout" Target="../slideLayouts/slideLayout6.xml" /></Relationships>
</file>

<file path=ppt/slides/_rels/slide11.xml.rels><?xml version="1.0" encoding="UTF-8" standalone="yes"?><Relationships xmlns="http://schemas.openxmlformats.org/package/2006/relationships"><Relationship Id="rId3" Type="http://schemas.openxmlformats.org/officeDocument/2006/relationships/image" Target="media/image13.png" /><Relationship Id="rId2" Type="http://schemas.openxmlformats.org/officeDocument/2006/relationships/image" Target="media/image12.png" /><Relationship Id="rId4" Type="http://schemas.openxmlformats.org/officeDocument/2006/relationships/image" Target="media/image14.png" /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6.xml" /></Relationships>
</file>

<file path=ppt/slides/_rels/slide12.xml.rels><?xml version="1.0" encoding="UTF-8" standalone="yes"?><Relationships xmlns="http://schemas.openxmlformats.org/package/2006/relationships"><Relationship Id="rId2" Type="http://schemas.openxmlformats.org/officeDocument/2006/relationships/image" Target="media/image15.png" /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6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5.xml" /></Relationships>
</file>

<file path=ppt/slides/_rels/slide14.xml.rels><?xml version="1.0" encoding="UTF-8" standalone="yes"?><Relationships xmlns="http://schemas.openxmlformats.org/package/2006/relationships"><Relationship Id="rId3" Type="http://schemas.openxmlformats.org/officeDocument/2006/relationships/image" Target="media/image17.png" /><Relationship Id="rId2" Type="http://schemas.openxmlformats.org/officeDocument/2006/relationships/image" Target="media/image16.png" /><Relationship Id="rId1" Type="http://schemas.openxmlformats.org/officeDocument/2006/relationships/image" Target="media/image8.png" /><Relationship Id="rId4" Type="http://schemas.openxmlformats.org/officeDocument/2006/relationships/image" Target="media/image18.png" /><Relationship Id="rId0" Type="http://schemas.openxmlformats.org/officeDocument/2006/relationships/slideLayout" Target="../slideLayouts/slideLayout6.xml" /></Relationships>
</file>

<file path=ppt/slides/_rels/slide15.xml.rels><?xml version="1.0" encoding="UTF-8" standalone="yes"?><Relationships xmlns="http://schemas.openxmlformats.org/package/2006/relationships"><Relationship Id="rId2" Type="http://schemas.openxmlformats.org/officeDocument/2006/relationships/image" Target="media/image19.png" /><Relationship Id="rId1" Type="http://schemas.openxmlformats.org/officeDocument/2006/relationships/image" Target="media/image8.png" /><Relationship Id="rId3" Type="http://schemas.openxmlformats.org/officeDocument/2006/relationships/image" Target="media/image20.png" /><Relationship Id="rId0" Type="http://schemas.openxmlformats.org/officeDocument/2006/relationships/slideLayout" Target="../slideLayouts/slideLayout6.xml" /></Relationships>
</file>

<file path=ppt/slides/_rels/slide16.xml.rels><?xml version="1.0" encoding="UTF-8" standalone="yes"?><Relationships xmlns="http://schemas.openxmlformats.org/package/2006/relationships"><Relationship Id="rId3" Type="http://schemas.openxmlformats.org/officeDocument/2006/relationships/image" Target="media/image22.png" /><Relationship Id="rId2" Type="http://schemas.openxmlformats.org/officeDocument/2006/relationships/image" Target="media/image21.png" /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6.xml" /></Relationships>
</file>

<file path=ppt/slides/_rels/slide17.xml.rels><?xml version="1.0" encoding="UTF-8" standalone="yes"?><Relationships xmlns="http://schemas.openxmlformats.org/package/2006/relationships"><Relationship Id="rId4" Type="http://schemas.openxmlformats.org/officeDocument/2006/relationships/hyperlink" Target="https://km.woa.com/group/51849/articles/show/486221" TargetMode="External"/><Relationship Id="rId1" Type="http://schemas.openxmlformats.org/officeDocument/2006/relationships/hyperlink" Target="https://devguide.python.org/" TargetMode="External"/><Relationship Id="rId3" Type="http://schemas.openxmlformats.org/officeDocument/2006/relationships/hyperlink" Target="https://pythontutor.com/visualize.html#mode=edit" TargetMode="External"/><Relationship Id="rId2" Type="http://schemas.openxmlformats.org/officeDocument/2006/relationships/hyperlink" Target="https://realpython.com/products/cpython-internals-book/" TargetMode="External"/><Relationship Id="rId0" Type="http://schemas.openxmlformats.org/officeDocument/2006/relationships/slideLayout" Target="../slideLayouts/slideLayout4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8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"/>
          <p:cNvSpPr txBox="true">
            <a:spLocks noGrp="true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/>
          </a:extLst>
        </p:spPr>
        <p:txBody>
          <a:bodyPr/>
          <a:lstStyle/>
          <a:p>
            <a:pPr/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3" name="版式设计…"/>
          <p:cNvSpPr txBox="true">
            <a:spLocks noGrp="true"/>
          </p:cNvSpPr>
          <p:nvPr>
            <p:ph type="body" sz="half"/>
          </p:nvPr>
        </p:nvSpPr>
        <p:spPr>
          <a:xfrm>
            <a:off x="748085" y="2690239"/>
            <a:ext cx="5850145" cy="4927036"/>
          </a:xfrm>
          <a:prstGeom prst="rect">
            <a:avLst/>
          </a:prstGeom>
        </p:spPr>
        <p:txBody>
          <a:bodyPr/>
          <a:lstStyle/>
          <a:p>
            <a:pPr marL="281353" indent="-281353" algn="l">
              <a:lnSpc>
                <a:spcPct val="80000"/>
              </a:lnSpc>
              <a:spcBef>
                <a:spcPts val="3500"/>
              </a:spcBef>
              <a:buSzPct val="75000"/>
              <a:buChar char="•"/>
              <a:defRPr sz="2800"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  <a:t>介绍</a:t>
            </a:r>
            <a:endParaRPr dirty="false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1353" indent="-281353" algn="l">
              <a:lnSpc>
                <a:spcPct val="80000"/>
              </a:lnSpc>
              <a:spcBef>
                <a:spcPts val="3500"/>
              </a:spcBef>
              <a:buSzPct val="75000"/>
              <a:buChar char="•"/>
              <a:defRPr sz="2800"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  <a:t>代码的执行流程</a:t>
            </a:r>
            <a:endParaRPr dirty="false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1353" indent="-281353" algn="l">
              <a:lnSpc>
                <a:spcPct val="80000"/>
              </a:lnSpc>
              <a:spcBef>
                <a:spcPts val="3500"/>
              </a:spcBef>
              <a:buSzPct val="75000"/>
              <a:buChar char="•"/>
              <a:defRPr sz="2800"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数据类型</a:t>
            </a:r>
            <a:endParaRPr lang="en-US" altLang="zh-CN" dirty="false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1353" indent="-281353" algn="l">
              <a:lnSpc>
                <a:spcPct val="80000"/>
              </a:lnSpc>
              <a:spcBef>
                <a:spcPts val="3500"/>
              </a:spcBef>
              <a:buSzPct val="75000"/>
              <a:buChar char="•"/>
              <a:defRPr sz="2800"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dirty="false" err="true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内存管理</a:t>
            </a:r>
            <a:endParaRPr dirty="false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目录"/>
          <p:cNvSpPr txBox="true">
            <a:spLocks noGrp="true"/>
          </p:cNvSpPr>
          <p:nvPr>
            <p:ph type="title"/>
          </p:nvPr>
        </p:nvSpPr>
        <p:spPr>
          <a:xfrm>
            <a:off x="749214" y="1412028"/>
            <a:ext cx="6534252" cy="1084440"/>
          </a:xfrm>
          <a:prstGeom prst="rect">
            <a:avLst/>
          </a:prstGeom>
        </p:spPr>
        <p:txBody>
          <a:bodyPr anchor="t"/>
          <a:lstStyle>
            <a:lvl1pPr>
              <a:defRPr sz="3600"/>
            </a:lvl1pPr>
          </a:lstStyle>
          <a:p>
            <a:pPr/>
            <a:r>
              <a:rPr dirty="false" err="true">
                <a:latin typeface="腾讯体 W7" panose="020C08030202040F0204" pitchFamily="34" charset="-122"/>
                <a:ea typeface="腾讯体 W7" panose="020C08030202040F0204" pitchFamily="34" charset="-122"/>
              </a:rPr>
              <a:t>目录</a:t>
            </a:r>
            <a:endParaRPr dirty="false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true">
          <a:gsLst>
            <a:gs pos="0">
              <a:srgbClr val="B0B8BF"/>
            </a:gs>
            <a:gs pos="100000">
              <a:srgbClr val="D5DBDE"/>
            </a:gs>
          </a:gsLst>
          <a:lin ang="5400000" scaled="false"/>
        </a:gradFill>
        <a:effectLst/>
      </p:bgPr>
    </p:bg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版式设计"/>
          <p:cNvSpPr txBox="true">
            <a:spLocks noGrp="true"/>
          </p:cNvSpPr>
          <p:nvPr>
            <p:ph type="title"/>
          </p:nvPr>
        </p:nvSpPr>
        <p:spPr>
          <a:xfrm>
            <a:off x="2022071" y="2427252"/>
            <a:ext cx="9445586" cy="1520896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lnSpc>
                <a:spcPct val="100000"/>
              </a:lnSpc>
              <a:defRPr sz="7600"/>
            </a:lvl1pPr>
          </a:lstStyle>
          <a:p>
            <a:pPr/>
            <a:r>
              <a:rPr lang="zh-CN" altLang="en-US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  <a:t>介绍</a:t>
            </a:r>
            <a:br>
              <a:rPr lang="zh-CN" altLang="en-US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dirty="false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  <p:pic>
        <p:nvPicPr>
          <p:cNvPr id="88" name="图像" descr="图像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589549" y="2589218"/>
            <a:ext cx="1168990" cy="993764"/>
          </a:xfrm>
          <a:prstGeom prst="rect">
            <a:avLst/>
          </a:prstGeom>
          <a:ln w="3175">
            <a:miter lim="400000"/>
          </a:ln>
        </p:spPr>
      </p:pic>
      <p:sp>
        <p:nvSpPr>
          <p:cNvPr id="89" name="幻灯片编号"/>
          <p:cNvSpPr txBox="true">
            <a:spLocks noGrp="true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/>
          </a:extLst>
        </p:spPr>
        <p:txBody>
          <a:bodyPr/>
          <a:lstStyle/>
          <a:p>
            <a:pPr/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90" name="1"/>
          <p:cNvSpPr txBox="true"/>
          <p:nvPr/>
        </p:nvSpPr>
        <p:spPr>
          <a:xfrm>
            <a:off x="506351" y="2550534"/>
            <a:ext cx="1240791" cy="1039600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 anchor="ctr">
            <a:spAutoFit/>
          </a:bodyPr>
          <a:lstStyle>
            <a:lvl1pPr>
              <a:defRPr sz="6400" b="true">
                <a:solidFill>
                  <a:srgbClr val="FFFFFF"/>
                </a:solidFill>
                <a:latin typeface="+mn-lt"/>
                <a:ea typeface="+mn-ea"/>
                <a:cs typeface="+mn-cs"/>
                <a:sym typeface="TTTGBMedium"/>
              </a:defRPr>
            </a:lvl1pPr>
          </a:lstStyle>
          <a:p>
            <a:pPr/>
            <a:r>
              <a:rPr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内容区域"/>
          <p:cNvSpPr/>
          <p:nvPr/>
        </p:nvSpPr>
        <p:spPr>
          <a:xfrm>
            <a:off x="749214" y="4052351"/>
            <a:ext cx="10248900" cy="1591839"/>
          </a:xfrm>
          <a:prstGeom prst="rect">
            <a:avLst/>
          </a:prstGeom>
          <a:ln w="12700">
            <a:solidFill>
              <a:srgbClr val="D8D7DF"/>
            </a:solidFill>
            <a:custDash>
              <a:ds d="600000" sp="600000"/>
            </a:custDash>
            <a:miter lim="400000"/>
          </a:ln>
          <a:extLst>
            <a:ext uri="{C572A759-6A51-4108-AA02-DFA0A04FC94B}"/>
          </a:extLst>
        </p:spPr>
        <p:txBody>
          <a:bodyPr lIns="27093" tIns="27093" rIns="27093" bIns="27093" anchor="ctr"/>
          <a:lstStyle/>
          <a:p>
            <a:pPr marL="342900" indent="-342900" algn="l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  <a:t>对 </a:t>
            </a:r>
            <a:r>
              <a:rPr lang="en-US" altLang="zh-CN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  <a:t> 语言的官方 </a:t>
            </a:r>
            <a:r>
              <a:rPr lang="en-US" altLang="zh-CN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zh-CN" altLang="en-US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  <a:t> 版本实现</a:t>
            </a:r>
            <a:endParaRPr lang="en-US" altLang="zh-CN" dirty="false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 algn="l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  <a:t>Compiler</a:t>
            </a:r>
            <a:r>
              <a:rPr lang="zh-CN" altLang="en-US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  <a:t> 和 </a:t>
            </a:r>
            <a:r>
              <a:rPr lang="en-US" altLang="zh-CN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  <a:t>Interpreter</a:t>
            </a:r>
            <a:endParaRPr/>
          </a:p>
          <a:p>
            <a:pPr marL="342900" indent="-342900" algn="l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  <a:t>REPL</a:t>
            </a:r>
            <a:endParaRPr/>
          </a:p>
        </p:txBody>
      </p:sp>
      <p:sp>
        <p:nvSpPr>
          <p:cNvPr id="93" name="幻灯片编号"/>
          <p:cNvSpPr txBox="true">
            <a:spLocks noGrp="true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/>
          </a:extLst>
        </p:spPr>
        <p:txBody>
          <a:bodyPr/>
          <a:lstStyle/>
          <a:p>
            <a:pPr/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94" name="版式设计"/>
          <p:cNvSpPr txBox="true">
            <a:spLocks noGrp="true"/>
          </p:cNvSpPr>
          <p:nvPr>
            <p:ph type="title"/>
          </p:nvPr>
        </p:nvSpPr>
        <p:spPr>
          <a:xfrm>
            <a:off x="749214" y="436758"/>
            <a:ext cx="1451006" cy="332807"/>
          </a:xfrm>
          <a:prstGeom prst="rect">
            <a:avLst/>
          </a:prstGeom>
        </p:spPr>
        <p:txBody>
          <a:bodyPr/>
          <a:lstStyle>
            <a:lvl1pPr defTabSz="452007">
              <a:defRPr sz="1540"/>
            </a:lvl1pPr>
          </a:lstStyle>
          <a:p>
            <a:pPr/>
            <a:r>
              <a:rPr lang="zh-CN" altLang="en-US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介绍</a:t>
            </a:r>
            <a:endParaRPr dirty="false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  <p:grpSp>
        <p:nvGrpSpPr>
          <p:cNvPr id="95" name="成组"/>
          <p:cNvGrpSpPr/>
          <p:nvPr/>
        </p:nvGrpSpPr>
        <p:grpSpPr>
          <a:xfrm>
            <a:off x="359031" y="509387"/>
            <a:ext cx="393149" cy="250614"/>
            <a:chOff x="0" y="0"/>
            <a:chExt cx="393148" cy="250613"/>
          </a:xfrm>
        </p:grpSpPr>
        <p:pic>
          <p:nvPicPr>
            <p:cNvPr id="96" name="图像" descr="图像"/>
            <p:cNvPicPr>
              <a:picLocks noChangeAspect="true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9172" y="0"/>
              <a:ext cx="294804" cy="250614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sp>
          <p:nvSpPr>
            <p:cNvPr id="97" name="1"/>
            <p:cNvSpPr txBox="true"/>
            <p:nvPr/>
          </p:nvSpPr>
          <p:spPr>
            <a:xfrm>
              <a:off x="0" y="10564"/>
              <a:ext cx="393149" cy="229485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wrap="square" lIns="27093" tIns="27093" rIns="27093" bIns="27093" numCol="1" anchor="ctr">
              <a:noAutofit/>
            </a:bodyPr>
            <a:lstStyle>
              <a:lvl1pPr>
                <a:defRPr sz="1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TTTGBMedium"/>
                </a:defRPr>
              </a:lvl1pPr>
            </a:lstStyle>
            <a:p>
              <a:pPr/>
              <a:r>
                <a:rPr>
                  <a:latin typeface="腾讯体 W7" panose="020C08030202040F0204" pitchFamily="34" charset="-122"/>
                  <a:ea typeface="腾讯体 W7" panose="020C08030202040F0204" pitchFamily="34" charset="-122"/>
                </a:rPr>
                <a:t>1</a:t>
              </a:r>
              <a:endParaRPr/>
            </a:p>
          </p:txBody>
        </p:sp>
      </p:grpSp>
      <p:sp>
        <p:nvSpPr>
          <p:cNvPr id="98" name="内页标题，建议30字以内…"/>
          <p:cNvSpPr txBox="true"/>
          <p:nvPr/>
        </p:nvSpPr>
        <p:spPr>
          <a:xfrm>
            <a:off x="750378" y="933590"/>
            <a:ext cx="11452186" cy="577935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>
            <a:spAutoFit/>
          </a:bodyPr>
          <a:lstStyle/>
          <a:p>
            <a:pPr algn="l">
              <a:defRPr sz="3400">
                <a:solidFill>
                  <a:srgbClr val="034FD8"/>
                </a:solidFill>
                <a:latin typeface="+mn-lt"/>
                <a:ea typeface="+mn-ea"/>
                <a:cs typeface="+mn-cs"/>
                <a:sym typeface="TTTGBMedium"/>
              </a:defRPr>
            </a:pPr>
            <a:r>
              <a:rPr lang="en-US" altLang="zh-CN" dirty="false" err="true">
                <a:latin typeface="腾讯体 W7" panose="020C08030202040F0204" pitchFamily="34" charset="-122"/>
                <a:ea typeface="腾讯体 W7" panose="020C08030202040F0204" pitchFamily="34" charset="-122"/>
              </a:rPr>
              <a:t>Cpython</a:t>
            </a:r>
            <a:r>
              <a:rPr lang="zh-CN" altLang="en-US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 是什么</a:t>
            </a:r>
            <a:endParaRPr lang="en-US" altLang="zh-CN" dirty="false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  <p:pic>
        <p:nvPicPr>
          <p:cNvPr id="99" name="图片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14" y="2279112"/>
            <a:ext cx="102489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幻灯片编号"/>
          <p:cNvSpPr txBox="true">
            <a:spLocks noGrp="true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/>
          </a:extLst>
        </p:spPr>
        <p:txBody>
          <a:bodyPr/>
          <a:lstStyle/>
          <a:p>
            <a:pPr/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02" name="版式设计"/>
          <p:cNvSpPr txBox="true">
            <a:spLocks noGrp="true"/>
          </p:cNvSpPr>
          <p:nvPr>
            <p:ph type="title"/>
          </p:nvPr>
        </p:nvSpPr>
        <p:spPr>
          <a:xfrm>
            <a:off x="749214" y="436758"/>
            <a:ext cx="1451006" cy="332807"/>
          </a:xfrm>
          <a:prstGeom prst="rect">
            <a:avLst/>
          </a:prstGeom>
        </p:spPr>
        <p:txBody>
          <a:bodyPr/>
          <a:lstStyle>
            <a:lvl1pPr defTabSz="452007">
              <a:defRPr sz="1540"/>
            </a:lvl1pPr>
          </a:lstStyle>
          <a:p>
            <a:pPr/>
            <a:r>
              <a:rPr lang="zh-CN" altLang="en-US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介绍</a:t>
            </a:r>
            <a:endParaRPr dirty="false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  <p:grpSp>
        <p:nvGrpSpPr>
          <p:cNvPr id="103" name="成组"/>
          <p:cNvGrpSpPr/>
          <p:nvPr/>
        </p:nvGrpSpPr>
        <p:grpSpPr>
          <a:xfrm>
            <a:off x="359031" y="509387"/>
            <a:ext cx="393149" cy="250614"/>
            <a:chOff x="0" y="0"/>
            <a:chExt cx="393148" cy="250613"/>
          </a:xfrm>
        </p:grpSpPr>
        <p:pic>
          <p:nvPicPr>
            <p:cNvPr id="104" name="图像" descr="图像"/>
            <p:cNvPicPr>
              <a:picLocks noChangeAspect="true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9172" y="0"/>
              <a:ext cx="294804" cy="250614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sp>
          <p:nvSpPr>
            <p:cNvPr id="105" name="1"/>
            <p:cNvSpPr txBox="true"/>
            <p:nvPr/>
          </p:nvSpPr>
          <p:spPr>
            <a:xfrm>
              <a:off x="0" y="10564"/>
              <a:ext cx="393149" cy="229485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wrap="square" lIns="27093" tIns="27093" rIns="27093" bIns="27093" numCol="1" anchor="ctr">
              <a:noAutofit/>
            </a:bodyPr>
            <a:lstStyle>
              <a:lvl1pPr>
                <a:defRPr sz="1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TTTGBMedium"/>
                </a:defRPr>
              </a:lvl1pPr>
            </a:lstStyle>
            <a:p>
              <a:pPr/>
              <a:r>
                <a:rPr>
                  <a:latin typeface="腾讯体 W7" panose="020C08030202040F0204" pitchFamily="34" charset="-122"/>
                  <a:ea typeface="腾讯体 W7" panose="020C08030202040F0204" pitchFamily="34" charset="-122"/>
                </a:rPr>
                <a:t>1</a:t>
              </a:r>
              <a:endParaRPr/>
            </a:p>
          </p:txBody>
        </p:sp>
      </p:grpSp>
      <p:sp>
        <p:nvSpPr>
          <p:cNvPr id="106" name="内页标题，建议30字以内…"/>
          <p:cNvSpPr txBox="true"/>
          <p:nvPr/>
        </p:nvSpPr>
        <p:spPr>
          <a:xfrm>
            <a:off x="750378" y="933590"/>
            <a:ext cx="11452186" cy="577935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>
            <a:spAutoFit/>
          </a:bodyPr>
          <a:lstStyle/>
          <a:p>
            <a:pPr algn="l">
              <a:defRPr sz="3400">
                <a:solidFill>
                  <a:srgbClr val="034FD8"/>
                </a:solidFill>
                <a:latin typeface="+mn-lt"/>
                <a:ea typeface="+mn-ea"/>
                <a:cs typeface="+mn-cs"/>
                <a:sym typeface="TTTGBMedium"/>
              </a:defRPr>
            </a:pPr>
            <a:r>
              <a:rPr lang="zh-CN" altLang="en-US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目录结构</a:t>
            </a:r>
            <a:endParaRPr dirty="false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  <p:pic>
        <p:nvPicPr>
          <p:cNvPr id="107" name="图片 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13" y="2038973"/>
            <a:ext cx="8502167" cy="48565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true">
          <a:gsLst>
            <a:gs pos="0">
              <a:srgbClr val="B0B8BF"/>
            </a:gs>
            <a:gs pos="100000">
              <a:srgbClr val="D5DBDE"/>
            </a:gs>
          </a:gsLst>
          <a:lin ang="5400000" scaled="false"/>
        </a:gradFill>
        <a:effectLst/>
      </p:bgPr>
    </p:bg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幻灯片编号"/>
          <p:cNvSpPr txBox="true">
            <a:spLocks noGrp="true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/>
          </a:extLst>
        </p:spPr>
        <p:txBody>
          <a:bodyPr/>
          <a:lstStyle/>
          <a:p>
            <a:pPr/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110" name="色彩体系"/>
          <p:cNvSpPr txBox="true">
            <a:spLocks noGrp="true"/>
          </p:cNvSpPr>
          <p:nvPr>
            <p:ph type="title"/>
          </p:nvPr>
        </p:nvSpPr>
        <p:spPr>
          <a:xfrm>
            <a:off x="2006830" y="2427252"/>
            <a:ext cx="9445587" cy="15208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7600"/>
            </a:lvl1pPr>
          </a:lstStyle>
          <a:p>
            <a:pPr/>
            <a:r>
              <a:rPr lang="zh-CN" altLang="en-US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  <a:t>代码的执行流程</a:t>
            </a:r>
            <a:endParaRPr dirty="false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  <p:pic>
        <p:nvPicPr>
          <p:cNvPr id="111" name="图像" descr="图像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589549" y="2589218"/>
            <a:ext cx="1168990" cy="993764"/>
          </a:xfrm>
          <a:prstGeom prst="rect">
            <a:avLst/>
          </a:prstGeom>
          <a:ln w="3175">
            <a:miter lim="400000"/>
          </a:ln>
        </p:spPr>
      </p:pic>
      <p:sp>
        <p:nvSpPr>
          <p:cNvPr id="112" name="2"/>
          <p:cNvSpPr txBox="true"/>
          <p:nvPr/>
        </p:nvSpPr>
        <p:spPr>
          <a:xfrm>
            <a:off x="553649" y="2534768"/>
            <a:ext cx="1240791" cy="1039600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 anchor="ctr">
            <a:spAutoFit/>
          </a:bodyPr>
          <a:lstStyle>
            <a:lvl1pPr>
              <a:defRPr sz="6400" b="true">
                <a:solidFill>
                  <a:srgbClr val="FFFFFF"/>
                </a:solidFill>
                <a:latin typeface="+mn-lt"/>
                <a:ea typeface="+mn-ea"/>
                <a:cs typeface="+mn-cs"/>
                <a:sym typeface="TTTGBMedium"/>
              </a:defRPr>
            </a:lvl1pPr>
          </a:lstStyle>
          <a:p>
            <a:pPr/>
            <a:r>
              <a:rPr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幻灯片编号"/>
          <p:cNvSpPr txBox="true">
            <a:spLocks noGrp="true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/>
          </a:extLst>
        </p:spPr>
        <p:txBody>
          <a:bodyPr/>
          <a:lstStyle/>
          <a:p>
            <a:pPr/>
            <a:fld id="{86CB4B4D-7CA3-9044-876B-883B54F8677D}" type="slidenum">
              <a:rPr/>
              <a:t>7</a:t>
            </a:fld>
            <a:endParaRPr/>
          </a:p>
        </p:txBody>
      </p:sp>
      <p:grpSp>
        <p:nvGrpSpPr>
          <p:cNvPr id="115" name="成组"/>
          <p:cNvGrpSpPr/>
          <p:nvPr/>
        </p:nvGrpSpPr>
        <p:grpSpPr>
          <a:xfrm>
            <a:off x="359031" y="509387"/>
            <a:ext cx="393149" cy="250614"/>
            <a:chOff x="0" y="0"/>
            <a:chExt cx="393148" cy="250613"/>
          </a:xfrm>
        </p:grpSpPr>
        <p:pic>
          <p:nvPicPr>
            <p:cNvPr id="116" name="图像" descr="图像"/>
            <p:cNvPicPr>
              <a:picLocks noChangeAspect="true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9172" y="0"/>
              <a:ext cx="294804" cy="250614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sp>
          <p:nvSpPr>
            <p:cNvPr id="117" name="2"/>
            <p:cNvSpPr txBox="true"/>
            <p:nvPr/>
          </p:nvSpPr>
          <p:spPr>
            <a:xfrm>
              <a:off x="0" y="10564"/>
              <a:ext cx="393149" cy="229485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wrap="square" lIns="27093" tIns="27093" rIns="27093" bIns="27093" numCol="1" anchor="ctr">
              <a:noAutofit/>
            </a:bodyPr>
            <a:lstStyle>
              <a:lvl1pPr>
                <a:defRPr sz="1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TTTGBMedium"/>
                </a:defRPr>
              </a:lvl1pPr>
            </a:lstStyle>
            <a:p>
              <a:pPr/>
              <a:r>
                <a:rPr>
                  <a:latin typeface="腾讯体 W7" panose="020C08030202040F0204" pitchFamily="34" charset="-122"/>
                  <a:ea typeface="腾讯体 W7" panose="020C08030202040F0204" pitchFamily="34" charset="-122"/>
                </a:rPr>
                <a:t>2</a:t>
              </a:r>
              <a:endParaRPr/>
            </a:p>
          </p:txBody>
        </p:sp>
      </p:grpSp>
      <p:sp>
        <p:nvSpPr>
          <p:cNvPr id="118" name="采用腾讯新视觉系统配色方案"/>
          <p:cNvSpPr txBox="true"/>
          <p:nvPr/>
        </p:nvSpPr>
        <p:spPr>
          <a:xfrm>
            <a:off x="750378" y="933590"/>
            <a:ext cx="11452186" cy="577935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>
            <a:spAutoFit/>
          </a:bodyPr>
          <a:lstStyle>
            <a:lvl1pPr algn="l">
              <a:defRPr sz="3400">
                <a:solidFill>
                  <a:srgbClr val="034FD8"/>
                </a:solidFill>
                <a:latin typeface="+mn-lt"/>
                <a:ea typeface="+mn-ea"/>
                <a:cs typeface="+mn-cs"/>
                <a:sym typeface="TTTGBMedium"/>
              </a:defRPr>
            </a:lvl1pPr>
          </a:lstStyle>
          <a:p>
            <a:pPr/>
            <a:r>
              <a:rPr lang="zh-CN" altLang="en-US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执行流程图</a:t>
            </a:r>
            <a:endParaRPr dirty="false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  <p:sp>
        <p:nvSpPr>
          <p:cNvPr id="119" name="色彩体系"/>
          <p:cNvSpPr txBox="true"/>
          <p:nvPr/>
        </p:nvSpPr>
        <p:spPr>
          <a:xfrm>
            <a:off x="749214" y="436758"/>
            <a:ext cx="1451006" cy="332807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 anchor="b">
            <a:normAutofit/>
          </a:bodyPr>
          <a:lstStyle>
            <a:lvl1pPr algn="l" defTabSz="452007">
              <a:defRPr sz="1540">
                <a:solidFill>
                  <a:srgbClr val="034FD8"/>
                </a:solidFill>
              </a:defRPr>
            </a:lvl1pPr>
          </a:lstStyle>
          <a:p>
            <a:pPr/>
            <a:r>
              <a:rPr lang="zh-CN" altLang="en-US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  <a:t>代码的执行流程</a:t>
            </a:r>
            <a:endParaRPr/>
          </a:p>
        </p:txBody>
      </p:sp>
      <p:pic>
        <p:nvPicPr>
          <p:cNvPr id="120" name="Picture 2" descr="Python Software Foundation News: Replacing CPython's parser - Python  Language Summit 2020"/>
          <p:cNvPicPr>
            <a:picLocks noChangeAspect="true" noChangeArrowheads="true"/>
          </p:cNvPicPr>
          <p:nvPr/>
        </p:nvPicPr>
        <p:blipFill>
          <a:blip r:embed="rId2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237721" y="5583569"/>
            <a:ext cx="6731000" cy="3771900"/>
          </a:xfrm>
          <a:prstGeom prst="rect">
            <a:avLst/>
          </a:prstGeom>
          <a:noFill/>
          <a:extLst>
            <a:ext uri="{909E8E84-426E-40DD-AFC4-6F175D3DCCD1}"/>
          </a:extLst>
        </p:spPr>
      </p:pic>
      <p:pic>
        <p:nvPicPr>
          <p:cNvPr id="121" name="图片 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420572"/>
            <a:ext cx="13004800" cy="3743994"/>
          </a:xfrm>
          <a:prstGeom prst="rect">
            <a:avLst/>
          </a:prstGeom>
        </p:spPr>
      </p:pic>
      <p:pic>
        <p:nvPicPr>
          <p:cNvPr id="122" name="图片 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6968722" y="6540285"/>
            <a:ext cx="5781560" cy="1972532"/>
          </a:xfrm>
          <a:prstGeom prst="rect">
            <a:avLst/>
          </a:prstGeom>
        </p:spPr>
      </p:pic>
      <p:sp>
        <p:nvSpPr>
          <p:cNvPr id="123" name="文本框 4"/>
          <p:cNvSpPr txBox="true"/>
          <p:nvPr/>
        </p:nvSpPr>
        <p:spPr>
          <a:xfrm>
            <a:off x="302091" y="5164566"/>
            <a:ext cx="1439710" cy="424047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true" vertOverflow="overflow" horzOverflow="overflow" vert="horz" wrap="square" lIns="27093" tIns="27093" rIns="27093" bIns="27093" numCol="1" spcCol="38100" rtlCol="false" anchor="ctr">
            <a:spAutoFit/>
          </a:bodyPr>
          <a:lstStyle/>
          <a:p>
            <a:pPr marL="0" marR="0" indent="0" algn="ctr" defTabSz="587022" rtl="false" fontAlgn="auto" latinLnBrk="false" hangingPunct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dirty="false">
                <a:solidFill>
                  <a:srgbClr val="FF0000"/>
                </a:solidFill>
              </a:rPr>
              <a:t>*</a:t>
            </a:r>
            <a:r>
              <a:rPr lang="zh-CN" altLang="en-US" dirty="false">
                <a:solidFill>
                  <a:srgbClr val="FF0000"/>
                </a:solidFill>
              </a:rPr>
              <a:t> </a:t>
            </a:r>
            <a:r>
              <a:rPr lang="en-US" altLang="zh-CN" dirty="false" err="true">
                <a:solidFill>
                  <a:srgbClr val="FF0000"/>
                </a:solidFill>
              </a:rPr>
              <a:t>p</a:t>
            </a:r>
            <a:r>
              <a:rPr kumimoji="false" lang="en-US" altLang="zh-CN" sz="2400" b="false" i="false" u="none" strike="noStrike" cap="none" spc="0" normalizeH="false" baseline="0" dirty="false" err="true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yc</a:t>
            </a:r>
            <a:r>
              <a:rPr kumimoji="false" lang="zh-CN" altLang="en-US" sz="2400" b="false" i="false" u="none" strike="noStrike" cap="none" spc="0" normalizeH="false" baseline="0" dirty="false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 缓存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幻灯片编号"/>
          <p:cNvSpPr txBox="true">
            <a:spLocks noGrp="true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/>
          </a:extLst>
        </p:spPr>
        <p:txBody>
          <a:bodyPr/>
          <a:lstStyle/>
          <a:p>
            <a:pPr/>
            <a:fld id="{86CB4B4D-7CA3-9044-876B-883B54F8677D}" type="slidenum">
              <a:rPr/>
              <a:t>8</a:t>
            </a:fld>
            <a:endParaRPr/>
          </a:p>
        </p:txBody>
      </p:sp>
      <p:grpSp>
        <p:nvGrpSpPr>
          <p:cNvPr id="126" name="成组"/>
          <p:cNvGrpSpPr/>
          <p:nvPr/>
        </p:nvGrpSpPr>
        <p:grpSpPr>
          <a:xfrm>
            <a:off x="359031" y="509387"/>
            <a:ext cx="393149" cy="250614"/>
            <a:chOff x="0" y="0"/>
            <a:chExt cx="393148" cy="250613"/>
          </a:xfrm>
        </p:grpSpPr>
        <p:pic>
          <p:nvPicPr>
            <p:cNvPr id="127" name="图像" descr="图像"/>
            <p:cNvPicPr>
              <a:picLocks noChangeAspect="true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9172" y="0"/>
              <a:ext cx="294804" cy="250614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sp>
          <p:nvSpPr>
            <p:cNvPr id="128" name="2"/>
            <p:cNvSpPr txBox="true"/>
            <p:nvPr/>
          </p:nvSpPr>
          <p:spPr>
            <a:xfrm>
              <a:off x="0" y="10564"/>
              <a:ext cx="393149" cy="229485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wrap="square" lIns="27093" tIns="27093" rIns="27093" bIns="27093" numCol="1" anchor="ctr">
              <a:noAutofit/>
            </a:bodyPr>
            <a:lstStyle>
              <a:lvl1pPr>
                <a:defRPr sz="1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TTTGBMedium"/>
                </a:defRPr>
              </a:lvl1pPr>
            </a:lstStyle>
            <a:p>
              <a:pPr/>
              <a:r>
                <a:rPr>
                  <a:latin typeface="腾讯体 W7" panose="020C08030202040F0204" pitchFamily="34" charset="-122"/>
                  <a:ea typeface="腾讯体 W7" panose="020C08030202040F0204" pitchFamily="34" charset="-122"/>
                </a:rPr>
                <a:t>2</a:t>
              </a:r>
              <a:endParaRPr/>
            </a:p>
          </p:txBody>
        </p:sp>
      </p:grpSp>
      <p:sp>
        <p:nvSpPr>
          <p:cNvPr id="129" name="采用腾讯新视觉系统配色方案"/>
          <p:cNvSpPr txBox="true"/>
          <p:nvPr/>
        </p:nvSpPr>
        <p:spPr>
          <a:xfrm>
            <a:off x="750378" y="933590"/>
            <a:ext cx="11452186" cy="577935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>
            <a:spAutoFit/>
          </a:bodyPr>
          <a:lstStyle>
            <a:lvl1pPr algn="l">
              <a:defRPr sz="3400">
                <a:solidFill>
                  <a:srgbClr val="034FD8"/>
                </a:solidFill>
                <a:latin typeface="+mn-lt"/>
                <a:ea typeface="+mn-ea"/>
                <a:cs typeface="+mn-cs"/>
                <a:sym typeface="TTTGBMedium"/>
              </a:defRPr>
            </a:lvl1pPr>
          </a:lstStyle>
          <a:p>
            <a:pPr/>
            <a:r>
              <a:rPr lang="en-US" altLang="zh-CN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bytecode</a:t>
            </a:r>
            <a:r>
              <a:rPr lang="zh-CN" altLang="en-US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 </a:t>
            </a:r>
            <a:r>
              <a:rPr lang="en-US" altLang="zh-CN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execution</a:t>
            </a:r>
            <a:endParaRPr/>
          </a:p>
        </p:txBody>
      </p:sp>
      <p:sp>
        <p:nvSpPr>
          <p:cNvPr id="130" name="色彩体系"/>
          <p:cNvSpPr txBox="true"/>
          <p:nvPr/>
        </p:nvSpPr>
        <p:spPr>
          <a:xfrm>
            <a:off x="749214" y="436758"/>
            <a:ext cx="1451006" cy="332807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 anchor="b">
            <a:normAutofit/>
          </a:bodyPr>
          <a:lstStyle>
            <a:lvl1pPr algn="l" defTabSz="452007">
              <a:defRPr sz="1540">
                <a:solidFill>
                  <a:srgbClr val="034FD8"/>
                </a:solidFill>
              </a:defRPr>
            </a:lvl1pPr>
          </a:lstStyle>
          <a:p>
            <a:pPr/>
            <a:r>
              <a:rPr lang="zh-CN" altLang="en-US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  <a:t>代码的执行流程</a:t>
            </a:r>
            <a:endParaRPr/>
          </a:p>
        </p:txBody>
      </p:sp>
      <p:sp>
        <p:nvSpPr>
          <p:cNvPr id="131" name="采用腾讯新视觉系统配色方案"/>
          <p:cNvSpPr txBox="true"/>
          <p:nvPr/>
        </p:nvSpPr>
        <p:spPr>
          <a:xfrm>
            <a:off x="776307" y="4437654"/>
            <a:ext cx="11452186" cy="577935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>
            <a:spAutoFit/>
          </a:bodyPr>
          <a:lstStyle>
            <a:lvl1pPr algn="l">
              <a:defRPr sz="3400">
                <a:solidFill>
                  <a:srgbClr val="034FD8"/>
                </a:solidFill>
                <a:latin typeface="+mn-lt"/>
                <a:ea typeface="+mn-ea"/>
                <a:cs typeface="+mn-cs"/>
                <a:sym typeface="TTTGBMedium"/>
              </a:defRPr>
            </a:lvl1pPr>
          </a:lstStyle>
          <a:p>
            <a:pPr/>
            <a:endParaRPr lang="en-US" altLang="zh-CN" dirty="false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  <p:sp>
        <p:nvSpPr>
          <p:cNvPr id="132" name="文本框 1"/>
          <p:cNvSpPr txBox="true"/>
          <p:nvPr/>
        </p:nvSpPr>
        <p:spPr>
          <a:xfrm>
            <a:off x="703008" y="1733905"/>
            <a:ext cx="10317804" cy="1855208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true" vertOverflow="overflow" horzOverflow="overflow" vert="horz" wrap="square" lIns="27093" tIns="27093" rIns="27093" bIns="27093" numCol="1" spcCol="38100" rtlCol="false" anchor="ctr">
            <a:spAutoFit/>
          </a:bodyPr>
          <a:lstStyle/>
          <a:p>
            <a:pPr marL="0" marR="0" indent="0" algn="l" defTabSz="587022" rtl="false" fontAlgn="auto" latinLnBrk="false" hangingPunct="false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false" lang="en-US" altLang="zh-CN" sz="2400" b="false" i="false" u="none" strike="noStrike" cap="none" spc="0" normalizeH="false" baseline="0" dirty="false">
                <a:ln>
                  <a:noFill/>
                </a:ln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1</a:t>
            </a:r>
            <a:r>
              <a:rPr kumimoji="false" lang="zh-CN" altLang="en-US" sz="2400" b="false" i="false" u="none" strike="noStrike" cap="none" spc="0" normalizeH="false" baseline="0" dirty="false">
                <a:ln>
                  <a:noFill/>
                </a:ln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、调用</a:t>
            </a:r>
            <a:r>
              <a:rPr kumimoji="false" lang="en-US" altLang="zh-CN" sz="2400" b="false" i="false" u="none" strike="noStrike" cap="none" spc="0" normalizeH="false" baseline="0" dirty="false" err="true">
                <a:ln>
                  <a:noFill/>
                </a:ln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run_eval_code_obj</a:t>
            </a:r>
            <a:r>
              <a:rPr kumimoji="false" lang="en-US" altLang="zh-CN" sz="2400" b="false" i="false" u="none" strike="noStrike" cap="none" spc="0" normalizeH="false" baseline="0" dirty="false">
                <a:ln>
                  <a:noFill/>
                </a:ln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()</a:t>
            </a:r>
            <a:r>
              <a:rPr kumimoji="false" lang="zh-CN" altLang="en-US" sz="2400" b="false" i="false" u="none" strike="noStrike" cap="none" spc="0" normalizeH="false" baseline="0" dirty="false">
                <a:ln>
                  <a:noFill/>
                </a:ln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lang="zh-CN" altLang="en-US" dirty="false"/>
              <a:t>进入到 </a:t>
            </a:r>
            <a:r>
              <a:rPr lang="en-US" altLang="zh-CN" dirty="false"/>
              <a:t>evaluation</a:t>
            </a:r>
            <a:r>
              <a:rPr lang="zh-CN" altLang="en-US" dirty="false"/>
              <a:t> </a:t>
            </a:r>
            <a:r>
              <a:rPr lang="en-US" altLang="zh-CN" dirty="false"/>
              <a:t>loop</a:t>
            </a:r>
            <a:r>
              <a:rPr lang="zh-CN" altLang="en-US" dirty="false"/>
              <a:t>   </a:t>
            </a:r>
            <a:r>
              <a:rPr lang="en-US" altLang="zh-CN" dirty="false"/>
              <a:t>(python</a:t>
            </a:r>
            <a:r>
              <a:rPr lang="zh-CN" altLang="en-US" dirty="false"/>
              <a:t> </a:t>
            </a:r>
            <a:r>
              <a:rPr lang="en-US" altLang="zh-CN" dirty="false"/>
              <a:t>&gt;</a:t>
            </a:r>
            <a:r>
              <a:rPr lang="zh-CN" altLang="en-US" dirty="false"/>
              <a:t> </a:t>
            </a:r>
            <a:r>
              <a:rPr lang="en-US" altLang="zh-CN" dirty="false" err="true"/>
              <a:t>ceval.c</a:t>
            </a:r>
            <a:r>
              <a:rPr lang="zh-CN" altLang="en-US" dirty="false"/>
              <a:t> </a:t>
            </a:r>
            <a:r>
              <a:rPr lang="en-US" altLang="zh-CN" dirty="false"/>
              <a:t>)</a:t>
            </a:r>
            <a:endParaRPr/>
          </a:p>
          <a:p>
            <a:pPr marL="0" marR="0" indent="0" algn="l" defTabSz="587022" rtl="false" fontAlgn="auto" latinLnBrk="false" hangingPunct="false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false" lang="en-US" altLang="zh-CN" sz="2400" b="false" i="false" u="none" strike="noStrike" cap="none" spc="0" normalizeH="false" baseline="0" dirty="false">
                <a:ln>
                  <a:noFill/>
                </a:ln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2</a:t>
            </a:r>
            <a:r>
              <a:rPr kumimoji="false" lang="zh-CN" altLang="en-US" sz="2400" b="false" i="false" u="none" strike="noStrike" cap="none" spc="0" normalizeH="false" baseline="0" dirty="false">
                <a:ln>
                  <a:noFill/>
                </a:ln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、准备工作，生成</a:t>
            </a:r>
            <a:r>
              <a:rPr kumimoji="false" lang="en-US" altLang="zh-CN" sz="2400" b="false" i="false" u="none" strike="noStrike" cap="none" spc="0" normalizeH="false" baseline="0" dirty="false" err="true">
                <a:ln>
                  <a:noFill/>
                </a:ln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frameobject</a:t>
            </a:r>
            <a:r>
              <a:rPr kumimoji="false" lang="zh-CN" altLang="en-US" sz="2400" b="false" i="false" u="none" strike="noStrike" cap="none" spc="0" normalizeH="false" baseline="0" dirty="false">
                <a:ln>
                  <a:noFill/>
                </a:ln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、</a:t>
            </a:r>
            <a:r>
              <a:rPr kumimoji="false" lang="en-US" altLang="zh-CN" sz="2400" b="false" i="false" u="none" strike="noStrike" cap="none" spc="0" normalizeH="false" baseline="0" dirty="false" err="true">
                <a:ln>
                  <a:noFill/>
                </a:ln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tstate</a:t>
            </a:r>
            <a:r>
              <a:rPr kumimoji="false" lang="zh-CN" altLang="en-US" sz="2400" b="false" i="false" u="none" strike="noStrike" cap="none" spc="0" normalizeH="false" baseline="0" dirty="false">
                <a:ln>
                  <a:noFill/>
                </a:ln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等。</a:t>
            </a:r>
            <a:endParaRPr kumimoji="false" lang="en-US" altLang="zh-CN" sz="2400" b="false" i="false" u="none" strike="noStrike" cap="none" spc="0" normalizeH="false" baseline="0" dirty="false">
              <a:ln>
                <a:noFill/>
              </a:ln>
              <a:solidFill>
                <a:schemeClr val="accent6">
                  <a:hueOff val="10811956"/>
                  <a:satOff val="-58544"/>
                  <a:lumOff val="-9736"/>
                </a:schemeClr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  <a:p>
            <a:pPr marL="0" marR="0" indent="0" algn="l" defTabSz="587022" rtl="false" fontAlgn="auto" latinLnBrk="false" hangingPunct="false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altLang="zh-CN" dirty="false"/>
              <a:t>3</a:t>
            </a:r>
            <a:r>
              <a:rPr lang="zh-CN" altLang="en-US" dirty="false"/>
              <a:t>、每个 </a:t>
            </a:r>
            <a:r>
              <a:rPr lang="en-US" altLang="zh-CN" dirty="false"/>
              <a:t>OP_CODE</a:t>
            </a:r>
            <a:r>
              <a:rPr lang="zh-CN" altLang="en-US" dirty="false"/>
              <a:t> 都有对应的实现函数，调用它！</a:t>
            </a:r>
            <a:endParaRPr kumimoji="false" lang="zh-CN" altLang="en-US" sz="2400" b="false" i="false" u="none" strike="noStrike" cap="none" spc="0" normalizeH="false" baseline="0" dirty="false">
              <a:ln>
                <a:noFill/>
              </a:ln>
              <a:solidFill>
                <a:schemeClr val="accent6">
                  <a:hueOff val="10811956"/>
                  <a:satOff val="-58544"/>
                  <a:lumOff val="-9736"/>
                </a:schemeClr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pic>
        <p:nvPicPr>
          <p:cNvPr id="133" name="图片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08" y="3811493"/>
            <a:ext cx="6004063" cy="51376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幻灯片编号"/>
          <p:cNvSpPr txBox="true">
            <a:spLocks noGrp="true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/>
          </a:extLst>
        </p:spPr>
        <p:txBody>
          <a:bodyPr/>
          <a:lstStyle/>
          <a:p>
            <a:pPr/>
            <a:fld id="{86CB4B4D-7CA3-9044-876B-883B54F8677D}" type="slidenum">
              <a:rPr/>
              <a:t>9</a:t>
            </a:fld>
            <a:endParaRPr/>
          </a:p>
        </p:txBody>
      </p:sp>
      <p:grpSp>
        <p:nvGrpSpPr>
          <p:cNvPr id="136" name="成组"/>
          <p:cNvGrpSpPr/>
          <p:nvPr/>
        </p:nvGrpSpPr>
        <p:grpSpPr>
          <a:xfrm>
            <a:off x="359031" y="509387"/>
            <a:ext cx="393149" cy="250614"/>
            <a:chOff x="0" y="0"/>
            <a:chExt cx="393148" cy="250613"/>
          </a:xfrm>
        </p:grpSpPr>
        <p:pic>
          <p:nvPicPr>
            <p:cNvPr id="137" name="图像" descr="图像"/>
            <p:cNvPicPr>
              <a:picLocks noChangeAspect="true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9172" y="0"/>
              <a:ext cx="294804" cy="250614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sp>
          <p:nvSpPr>
            <p:cNvPr id="138" name="2"/>
            <p:cNvSpPr txBox="true"/>
            <p:nvPr/>
          </p:nvSpPr>
          <p:spPr>
            <a:xfrm>
              <a:off x="0" y="10564"/>
              <a:ext cx="393149" cy="229485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wrap="square" lIns="27093" tIns="27093" rIns="27093" bIns="27093" numCol="1" anchor="ctr">
              <a:noAutofit/>
            </a:bodyPr>
            <a:lstStyle>
              <a:lvl1pPr>
                <a:defRPr sz="1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TTTGBMedium"/>
                </a:defRPr>
              </a:lvl1pPr>
            </a:lstStyle>
            <a:p>
              <a:pPr/>
              <a:r>
                <a:rPr>
                  <a:latin typeface="腾讯体 W7" panose="020C08030202040F0204" pitchFamily="34" charset="-122"/>
                  <a:ea typeface="腾讯体 W7" panose="020C08030202040F0204" pitchFamily="34" charset="-122"/>
                </a:rPr>
                <a:t>2</a:t>
              </a:r>
              <a:endParaRPr/>
            </a:p>
          </p:txBody>
        </p:sp>
      </p:grpSp>
      <p:sp>
        <p:nvSpPr>
          <p:cNvPr id="139" name="采用腾讯新视觉系统配色方案"/>
          <p:cNvSpPr txBox="true"/>
          <p:nvPr/>
        </p:nvSpPr>
        <p:spPr>
          <a:xfrm>
            <a:off x="750378" y="933590"/>
            <a:ext cx="11452186" cy="577935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>
            <a:spAutoFit/>
          </a:bodyPr>
          <a:lstStyle>
            <a:lvl1pPr algn="l">
              <a:defRPr sz="3400">
                <a:solidFill>
                  <a:srgbClr val="034FD8"/>
                </a:solidFill>
                <a:latin typeface="+mn-lt"/>
                <a:ea typeface="+mn-ea"/>
                <a:cs typeface="+mn-cs"/>
                <a:sym typeface="TTTGBMedium"/>
              </a:defRPr>
            </a:lvl1pPr>
          </a:lstStyle>
          <a:p>
            <a:pPr/>
            <a:r>
              <a:rPr lang="en-US" altLang="zh-CN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Stack</a:t>
            </a:r>
            <a:r>
              <a:rPr lang="zh-CN" altLang="en-US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 </a:t>
            </a:r>
            <a:r>
              <a:rPr lang="en-US" altLang="zh-CN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frame</a:t>
            </a:r>
            <a:endParaRPr dirty="false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  <p:sp>
        <p:nvSpPr>
          <p:cNvPr id="140" name="色彩体系"/>
          <p:cNvSpPr txBox="true"/>
          <p:nvPr/>
        </p:nvSpPr>
        <p:spPr>
          <a:xfrm>
            <a:off x="749214" y="436758"/>
            <a:ext cx="1451006" cy="332807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 anchor="b">
            <a:normAutofit/>
          </a:bodyPr>
          <a:lstStyle>
            <a:lvl1pPr algn="l" defTabSz="452007">
              <a:defRPr sz="1540">
                <a:solidFill>
                  <a:srgbClr val="034FD8"/>
                </a:solidFill>
              </a:defRPr>
            </a:lvl1pPr>
          </a:lstStyle>
          <a:p>
            <a:pPr/>
            <a:r>
              <a:rPr lang="zh-CN" altLang="en-US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  <a:t>代码的执行流程</a:t>
            </a:r>
            <a:endParaRPr/>
          </a:p>
        </p:txBody>
      </p:sp>
      <p:pic>
        <p:nvPicPr>
          <p:cNvPr id="141" name="图片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05" y="3328304"/>
            <a:ext cx="10121729" cy="4280555"/>
          </a:xfrm>
          <a:prstGeom prst="rect">
            <a:avLst/>
          </a:prstGeom>
        </p:spPr>
      </p:pic>
      <p:sp>
        <p:nvSpPr>
          <p:cNvPr id="142" name="矩形 3"/>
          <p:cNvSpPr/>
          <p:nvPr/>
        </p:nvSpPr>
        <p:spPr>
          <a:xfrm>
            <a:off x="408203" y="1929626"/>
            <a:ext cx="71144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/>
            <a:r>
              <a:rPr lang="en" altLang="zh-CN" dirty="false">
                <a:solidFill>
                  <a:srgbClr val="0000FF"/>
                </a:solidFill>
                <a:latin typeface="Helvetica" pitchFamily="2" charset="0"/>
              </a:rPr>
              <a:t>_</a:t>
            </a:r>
            <a:r>
              <a:rPr lang="en" altLang="zh-CN" dirty="false" err="true">
                <a:solidFill>
                  <a:srgbClr val="0000FF"/>
                </a:solidFill>
                <a:latin typeface="Helvetica" pitchFamily="2" charset="0"/>
              </a:rPr>
              <a:t>PyFrame_New_NoTrack</a:t>
            </a:r>
            <a:r>
              <a:rPr lang="en" altLang="zh-CN" dirty="false">
                <a:solidFill>
                  <a:srgbClr val="0000FF"/>
                </a:solidFill>
                <a:latin typeface="Helvetica" pitchFamily="2" charset="0"/>
              </a:rPr>
              <a:t>()</a:t>
            </a:r>
            <a:r>
              <a:rPr lang="zh-CN" altLang="en-US" dirty="false">
                <a:solidFill>
                  <a:srgbClr val="0000FF"/>
                </a:solidFill>
                <a:latin typeface="Helvetica" pitchFamily="2" charset="0"/>
              </a:rPr>
              <a:t> 创建 </a:t>
            </a:r>
            <a:r>
              <a:rPr lang="en-US" altLang="zh-CN" dirty="false" err="true">
                <a:solidFill>
                  <a:srgbClr val="0000FF"/>
                </a:solidFill>
                <a:latin typeface="Helvetica" pitchFamily="2" charset="0"/>
              </a:rPr>
              <a:t>FrameObject</a:t>
            </a:r>
            <a:r>
              <a:rPr lang="zh-CN" altLang="en-US" dirty="false">
                <a:solidFill>
                  <a:srgbClr val="0000FF"/>
                </a:solidFill>
                <a:latin typeface="Helvetica" pitchFamily="2" charset="0"/>
              </a:rPr>
              <a:t>对象</a:t>
            </a:r>
            <a:endParaRPr lang="en" altLang="zh-CN" dirty="false">
              <a:solidFill>
                <a:srgbClr val="0000FF"/>
              </a:solidFill>
              <a:latin typeface="Helvetica" pitchFamily="2" charset="0"/>
            </a:endParaRPr>
          </a:p>
        </p:txBody>
      </p:sp>
      <p:pic>
        <p:nvPicPr>
          <p:cNvPr id="143" name="图片 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741" y="2671586"/>
            <a:ext cx="9779000" cy="6718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true">
          <a:gsLst>
            <a:gs pos="0">
              <a:srgbClr val="B0B8BF"/>
            </a:gs>
            <a:gs pos="100000">
              <a:srgbClr val="D5DBDE"/>
            </a:gs>
          </a:gsLst>
          <a:lin ang="5400000" scaled="false"/>
        </a:gradFill>
        <a:effectLst/>
      </p:bgPr>
    </p:bg>
    <p:spTree>
      <p:nvGrpSpPr>
        <p:cNvPr id="1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幻灯片编号"/>
          <p:cNvSpPr txBox="true">
            <a:spLocks noGrp="true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/>
          </a:extLst>
        </p:spPr>
        <p:txBody>
          <a:bodyPr/>
          <a:lstStyle/>
          <a:p>
            <a:pPr/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146" name="图表系统"/>
          <p:cNvSpPr txBox="true">
            <a:spLocks noGrp="true"/>
          </p:cNvSpPr>
          <p:nvPr>
            <p:ph type="title"/>
          </p:nvPr>
        </p:nvSpPr>
        <p:spPr>
          <a:xfrm>
            <a:off x="2006830" y="2427252"/>
            <a:ext cx="9445587" cy="152089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7600"/>
            </a:lvl1pPr>
          </a:lstStyle>
          <a:p>
            <a:pPr/>
            <a:r>
              <a:rPr lang="zh-CN" altLang="en-US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数据类型</a:t>
            </a:r>
            <a:endParaRPr dirty="false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  <p:pic>
        <p:nvPicPr>
          <p:cNvPr id="147" name="图像" descr="图像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589549" y="2589218"/>
            <a:ext cx="1168990" cy="993764"/>
          </a:xfrm>
          <a:prstGeom prst="rect">
            <a:avLst/>
          </a:prstGeom>
          <a:ln w="3175">
            <a:miter lim="400000"/>
          </a:ln>
        </p:spPr>
      </p:pic>
      <p:sp>
        <p:nvSpPr>
          <p:cNvPr id="148" name="3"/>
          <p:cNvSpPr txBox="true"/>
          <p:nvPr/>
        </p:nvSpPr>
        <p:spPr>
          <a:xfrm>
            <a:off x="553649" y="2550534"/>
            <a:ext cx="1240791" cy="1039600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 anchor="ctr">
            <a:spAutoFit/>
          </a:bodyPr>
          <a:lstStyle>
            <a:lvl1pPr>
              <a:defRPr sz="6400" b="true">
                <a:solidFill>
                  <a:srgbClr val="FFFFFF"/>
                </a:solidFill>
                <a:latin typeface="+mn-lt"/>
                <a:ea typeface="+mn-ea"/>
                <a:cs typeface="+mn-cs"/>
                <a:sym typeface="TTTGBMedium"/>
              </a:defRPr>
            </a:lvl1pPr>
          </a:lstStyle>
          <a:p>
            <a:pPr/>
            <a:r>
              <a:rPr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编号"/>
          <p:cNvSpPr txBox="true">
            <a:spLocks noGrp="true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/>
          </a:extLst>
        </p:spPr>
        <p:txBody>
          <a:bodyPr/>
          <a:lstStyle/>
          <a:p>
            <a:pPr/>
            <a:fld id="{86CB4B4D-7CA3-9044-876B-883B54F8677D}" type="slidenum">
              <a:rPr/>
              <a:t>11</a:t>
            </a:fld>
            <a:endParaRPr/>
          </a:p>
        </p:txBody>
      </p:sp>
      <p:grpSp>
        <p:nvGrpSpPr>
          <p:cNvPr id="7" name="成组"/>
          <p:cNvGrpSpPr/>
          <p:nvPr/>
        </p:nvGrpSpPr>
        <p:grpSpPr>
          <a:xfrm>
            <a:off x="359031" y="509387"/>
            <a:ext cx="393149" cy="250614"/>
            <a:chOff x="0" y="0"/>
            <a:chExt cx="393148" cy="250613"/>
          </a:xfrm>
        </p:grpSpPr>
        <p:pic>
          <p:nvPicPr>
            <p:cNvPr id="8" name="图像" descr="图像"/>
            <p:cNvPicPr>
              <a:picLocks noChangeAspect="true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9172" y="0"/>
              <a:ext cx="294804" cy="250614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sp>
          <p:nvSpPr>
            <p:cNvPr id="9" name="2"/>
            <p:cNvSpPr txBox="true"/>
            <p:nvPr/>
          </p:nvSpPr>
          <p:spPr>
            <a:xfrm>
              <a:off x="0" y="10564"/>
              <a:ext cx="393149" cy="229485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wrap="square" lIns="27093" tIns="27093" rIns="27093" bIns="27093" numCol="1" anchor="ctr">
              <a:noAutofit/>
            </a:bodyPr>
            <a:lstStyle>
              <a:lvl1pPr>
                <a:defRPr sz="1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TTTGBMedium"/>
                </a:defRPr>
              </a:lvl1pPr>
            </a:lstStyle>
            <a:p>
              <a:pPr/>
              <a:r>
                <a:rPr>
                  <a:latin typeface="腾讯体 W7" panose="020C08030202040F0204" pitchFamily="34" charset="-122"/>
                  <a:ea typeface="腾讯体 W7" panose="020C08030202040F0204" pitchFamily="34" charset="-122"/>
                </a:rPr>
                <a:t>2</a:t>
              </a:r>
              <a:endParaRPr/>
            </a:p>
          </p:txBody>
        </p:sp>
      </p:grpSp>
      <p:sp>
        <p:nvSpPr>
          <p:cNvPr id="10" name="采用腾讯新视觉系统配色方案"/>
          <p:cNvSpPr txBox="true"/>
          <p:nvPr/>
        </p:nvSpPr>
        <p:spPr>
          <a:xfrm>
            <a:off x="750378" y="933590"/>
            <a:ext cx="11452186" cy="577935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>
            <a:spAutoFit/>
          </a:bodyPr>
          <a:lstStyle>
            <a:lvl1pPr algn="l">
              <a:defRPr sz="3400">
                <a:solidFill>
                  <a:srgbClr val="034FD8"/>
                </a:solidFill>
                <a:latin typeface="+mn-lt"/>
                <a:ea typeface="+mn-ea"/>
                <a:cs typeface="+mn-cs"/>
                <a:sym typeface="TTTGBMedium"/>
              </a:defRPr>
            </a:lvl1pPr>
          </a:lstStyle>
          <a:p>
            <a:pPr/>
            <a:r>
              <a:rPr lang="zh-CN" altLang="en-US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一切皆为对象</a:t>
            </a:r>
            <a:endParaRPr lang="en-US" altLang="zh-CN" dirty="false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  <p:sp>
        <p:nvSpPr>
          <p:cNvPr id="11" name="色彩体系"/>
          <p:cNvSpPr txBox="true"/>
          <p:nvPr/>
        </p:nvSpPr>
        <p:spPr>
          <a:xfrm>
            <a:off x="749214" y="436758"/>
            <a:ext cx="1451006" cy="332807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 anchor="b">
            <a:normAutofit/>
          </a:bodyPr>
          <a:lstStyle>
            <a:lvl1pPr algn="l" defTabSz="452007">
              <a:defRPr sz="1540">
                <a:solidFill>
                  <a:srgbClr val="034FD8"/>
                </a:solidFill>
              </a:defRPr>
            </a:lvl1pPr>
          </a:lstStyle>
          <a:p>
            <a:pPr/>
            <a:r>
              <a:rPr lang="zh-CN" altLang="en-US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数据类型</a:t>
            </a:r>
            <a:endParaRPr/>
          </a:p>
        </p:txBody>
      </p:sp>
      <p:pic>
        <p:nvPicPr>
          <p:cNvPr id="12" name="图片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74601" y="3171678"/>
            <a:ext cx="7747000" cy="2832100"/>
          </a:xfrm>
          <a:prstGeom prst="rect">
            <a:avLst/>
          </a:prstGeom>
        </p:spPr>
      </p:pic>
      <p:sp>
        <p:nvSpPr>
          <p:cNvPr id="13" name="文本框 3"/>
          <p:cNvSpPr txBox="true"/>
          <p:nvPr/>
        </p:nvSpPr>
        <p:spPr>
          <a:xfrm>
            <a:off x="749214" y="1973205"/>
            <a:ext cx="7976332" cy="793379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true" vertOverflow="overflow" horzOverflow="overflow" vert="horz" wrap="square" lIns="27093" tIns="27093" rIns="27093" bIns="27093" numCol="1" spcCol="38100" rtlCol="false" anchor="ctr">
            <a:spAutoFit/>
          </a:bodyPr>
          <a:lstStyle/>
          <a:p>
            <a:pPr marL="0" marR="0" indent="0" algn="l" defTabSz="587022" rtl="false" fontAlgn="auto" latinLnBrk="false" hangingPunct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dirty="false"/>
              <a:t>0</a:t>
            </a:r>
            <a:r>
              <a:rPr lang="zh-CN" altLang="en-US" dirty="false"/>
              <a:t>、一切都是 </a:t>
            </a:r>
            <a:r>
              <a:rPr lang="en-US" altLang="zh-CN" dirty="false" err="true"/>
              <a:t>PyObject</a:t>
            </a:r>
            <a:r>
              <a:rPr lang="zh-CN" altLang="en-US" dirty="false"/>
              <a:t>的子类</a:t>
            </a:r>
            <a:r>
              <a:rPr lang="en-US" altLang="zh-CN" dirty="false"/>
              <a:t>(</a:t>
            </a:r>
            <a:r>
              <a:rPr lang="zh-CN" altLang="en-US" dirty="false"/>
              <a:t>扩展</a:t>
            </a:r>
            <a:r>
              <a:rPr lang="en-US" altLang="zh-CN" dirty="false"/>
              <a:t>)</a:t>
            </a:r>
            <a:r>
              <a:rPr lang="zh-CN" altLang="en-US" dirty="false"/>
              <a:t>，都能转成 </a:t>
            </a:r>
            <a:r>
              <a:rPr lang="en-US" altLang="zh-CN" dirty="false" err="true"/>
              <a:t>PyObject</a:t>
            </a:r>
            <a:r>
              <a:rPr lang="zh-CN" altLang="en-US" dirty="false"/>
              <a:t> *</a:t>
            </a:r>
            <a:endParaRPr kumimoji="false" lang="en-US" altLang="zh-CN" sz="2400" b="false" i="false" u="none" strike="noStrike" cap="none" spc="0" normalizeH="false" baseline="0" dirty="false">
              <a:ln>
                <a:noFill/>
              </a:ln>
              <a:solidFill>
                <a:schemeClr val="accent6">
                  <a:hueOff val="10811956"/>
                  <a:satOff val="-58544"/>
                  <a:lumOff val="-9736"/>
                </a:schemeClr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  <a:p>
            <a:pPr marL="0" marR="0" indent="0" algn="l" defTabSz="587022" rtl="false" fontAlgn="auto" latinLnBrk="false" hangingPunct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false" lang="en-US" altLang="zh-CN" sz="2400" b="false" i="false" u="none" strike="noStrike" cap="none" spc="0" normalizeH="false" baseline="0" dirty="false">
                <a:ln>
                  <a:noFill/>
                </a:ln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1</a:t>
            </a:r>
            <a:r>
              <a:rPr kumimoji="false" lang="zh-CN" altLang="en-US" sz="2400" b="false" i="false" u="none" strike="noStrike" cap="none" spc="0" normalizeH="false" baseline="0" dirty="false">
                <a:ln>
                  <a:noFill/>
                </a:ln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、对应 </a:t>
            </a:r>
            <a:r>
              <a:rPr kumimoji="false" lang="en-US" altLang="zh-CN" sz="2400" b="false" i="false" u="none" strike="noStrike" cap="none" spc="0" normalizeH="false" baseline="0" dirty="false">
                <a:ln>
                  <a:noFill/>
                </a:ln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struct</a:t>
            </a:r>
            <a:r>
              <a:rPr kumimoji="false" lang="zh-CN" altLang="en-US" sz="2400" b="false" i="false" u="none" strike="noStrike" cap="none" spc="0" normalizeH="false" baseline="0" dirty="false">
                <a:ln>
                  <a:noFill/>
                </a:ln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 的继承</a:t>
            </a:r>
            <a:endParaRPr/>
          </a:p>
        </p:txBody>
      </p:sp>
      <p:pic>
        <p:nvPicPr>
          <p:cNvPr id="14" name="图片 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08" y="6894916"/>
            <a:ext cx="4521200" cy="2070100"/>
          </a:xfrm>
          <a:prstGeom prst="rect">
            <a:avLst/>
          </a:prstGeom>
        </p:spPr>
      </p:pic>
      <p:cxnSp>
        <p:nvCxnSpPr>
          <p:cNvPr id="15" name="直线箭头连接符 6"/>
          <p:cNvCxnSpPr/>
          <p:nvPr/>
        </p:nvCxnSpPr>
        <p:spPr>
          <a:xfrm>
            <a:off x="1474717" y="4876800"/>
            <a:ext cx="725503" cy="2081939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6" name="图片 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764" y="6753983"/>
            <a:ext cx="5892800" cy="5638800"/>
          </a:xfrm>
          <a:prstGeom prst="rect">
            <a:avLst/>
          </a:prstGeom>
        </p:spPr>
      </p:pic>
      <p:cxnSp>
        <p:nvCxnSpPr>
          <p:cNvPr id="17" name="直线箭头连接符 10"/>
          <p:cNvCxnSpPr/>
          <p:nvPr/>
        </p:nvCxnSpPr>
        <p:spPr>
          <a:xfrm flipV="true">
            <a:off x="4943959" y="7288505"/>
            <a:ext cx="1558441" cy="987591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直线箭头连接符 13"/>
          <p:cNvCxnSpPr/>
          <p:nvPr/>
        </p:nvCxnSpPr>
        <p:spPr>
          <a:xfrm flipV="true">
            <a:off x="9779431" y="6633275"/>
            <a:ext cx="626461" cy="65523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文本框 14"/>
          <p:cNvSpPr txBox="true"/>
          <p:nvPr/>
        </p:nvSpPr>
        <p:spPr>
          <a:xfrm>
            <a:off x="9779431" y="4852608"/>
            <a:ext cx="3084161" cy="1901375"/>
          </a:xfrm>
          <a:prstGeom prst="rect">
            <a:avLst/>
          </a:prstGeom>
          <a:noFill/>
          <a:ln w="635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true" vertOverflow="overflow" horzOverflow="overflow" vert="horz" wrap="square" lIns="27093" tIns="27093" rIns="27093" bIns="27093" numCol="1" spcCol="38100" rtlCol="false" anchor="ctr">
            <a:spAutoFit/>
          </a:bodyPr>
          <a:lstStyle/>
          <a:p>
            <a:pPr marL="0" marR="0" indent="0" algn="l" defTabSz="587022" rtl="false" fontAlgn="auto" latinLnBrk="false" hangingPunct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dirty="false" err="true"/>
              <a:t>tp_name</a:t>
            </a:r>
            <a:r>
              <a:rPr lang="zh-CN" altLang="en-US" dirty="false"/>
              <a:t>   </a:t>
            </a:r>
            <a:r>
              <a:rPr lang="en-US" altLang="zh-CN" dirty="false"/>
              <a:t>-&gt;</a:t>
            </a:r>
            <a:r>
              <a:rPr lang="zh-CN" altLang="en-US" dirty="false"/>
              <a:t> </a:t>
            </a:r>
            <a:r>
              <a:rPr lang="en-US" altLang="zh-CN" dirty="false"/>
              <a:t>type(x)</a:t>
            </a:r>
            <a:endParaRPr/>
          </a:p>
          <a:p>
            <a:pPr marL="0" marR="0" indent="0" algn="l" defTabSz="587022" rtl="false" fontAlgn="auto" latinLnBrk="false" hangingPunct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dirty="false" err="true"/>
              <a:t>tp_hash</a:t>
            </a:r>
            <a:r>
              <a:rPr lang="zh-CN" altLang="en-US" dirty="false"/>
              <a:t>    </a:t>
            </a:r>
            <a:r>
              <a:rPr lang="en-US" altLang="zh-CN" dirty="false"/>
              <a:t>-&gt;</a:t>
            </a:r>
            <a:r>
              <a:rPr lang="zh-CN" altLang="en-US" dirty="false"/>
              <a:t> </a:t>
            </a:r>
            <a:r>
              <a:rPr lang="en-US" altLang="zh-CN" dirty="false"/>
              <a:t>hash()</a:t>
            </a:r>
            <a:endParaRPr/>
          </a:p>
          <a:p>
            <a:pPr marL="0" marR="0" indent="0" algn="l" defTabSz="587022" rtl="false" fontAlgn="auto" latinLnBrk="false" hangingPunct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dirty="false" err="true"/>
              <a:t>tp_repr</a:t>
            </a:r>
            <a:r>
              <a:rPr lang="zh-CN" altLang="en-US" dirty="false"/>
              <a:t>     </a:t>
            </a:r>
            <a:r>
              <a:rPr lang="en-US" altLang="zh-CN" dirty="false"/>
              <a:t>-&gt;</a:t>
            </a:r>
            <a:r>
              <a:rPr lang="zh-CN" altLang="en-US" dirty="false"/>
              <a:t> </a:t>
            </a:r>
            <a:r>
              <a:rPr lang="en-US" altLang="zh-CN" dirty="false"/>
              <a:t>print(x)</a:t>
            </a:r>
            <a:endParaRPr/>
          </a:p>
          <a:p>
            <a:pPr algn="l"/>
            <a:r>
              <a:rPr lang="en-US" altLang="zh-CN" dirty="false" err="true"/>
              <a:t>tp_flags</a:t>
            </a:r>
            <a:r>
              <a:rPr lang="zh-CN" altLang="en-US" dirty="false"/>
              <a:t>    </a:t>
            </a:r>
            <a:r>
              <a:rPr lang="en-US" altLang="zh-CN" dirty="false"/>
              <a:t>-&gt;</a:t>
            </a:r>
            <a:r>
              <a:rPr lang="zh-CN" altLang="en-US" dirty="false"/>
              <a:t> 识别类型</a:t>
            </a:r>
            <a:endParaRPr lang="en-US" altLang="zh-CN" dirty="false"/>
          </a:p>
          <a:p>
            <a:pPr algn="l"/>
            <a:r>
              <a:rPr lang="en-US" altLang="zh-CN" dirty="false"/>
              <a:t>…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幻灯片编号"/>
          <p:cNvSpPr txBox="true">
            <a:spLocks noGrp="true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/>
          </a:extLst>
        </p:spPr>
        <p:txBody>
          <a:bodyPr/>
          <a:lstStyle/>
          <a:p>
            <a:pPr/>
            <a:fld id="{86CB4B4D-7CA3-9044-876B-883B54F8677D}" type="slidenum">
              <a:rPr/>
              <a:t>12</a:t>
            </a:fld>
            <a:endParaRPr/>
          </a:p>
        </p:txBody>
      </p:sp>
      <p:grpSp>
        <p:nvGrpSpPr>
          <p:cNvPr id="22" name="成组"/>
          <p:cNvGrpSpPr/>
          <p:nvPr/>
        </p:nvGrpSpPr>
        <p:grpSpPr>
          <a:xfrm>
            <a:off x="359031" y="509387"/>
            <a:ext cx="393149" cy="250614"/>
            <a:chOff x="0" y="0"/>
            <a:chExt cx="393148" cy="250613"/>
          </a:xfrm>
        </p:grpSpPr>
        <p:pic>
          <p:nvPicPr>
            <p:cNvPr id="23" name="图像" descr="图像"/>
            <p:cNvPicPr>
              <a:picLocks noChangeAspect="true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9172" y="0"/>
              <a:ext cx="294804" cy="250614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sp>
          <p:nvSpPr>
            <p:cNvPr id="24" name="2"/>
            <p:cNvSpPr txBox="true"/>
            <p:nvPr/>
          </p:nvSpPr>
          <p:spPr>
            <a:xfrm>
              <a:off x="0" y="10564"/>
              <a:ext cx="393149" cy="229485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wrap="square" lIns="27093" tIns="27093" rIns="27093" bIns="27093" numCol="1" anchor="ctr">
              <a:noAutofit/>
            </a:bodyPr>
            <a:lstStyle>
              <a:lvl1pPr>
                <a:defRPr sz="1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TTTGBMedium"/>
                </a:defRPr>
              </a:lvl1pPr>
            </a:lstStyle>
            <a:p>
              <a:pPr/>
              <a:r>
                <a:rPr>
                  <a:latin typeface="腾讯体 W7" panose="020C08030202040F0204" pitchFamily="34" charset="-122"/>
                  <a:ea typeface="腾讯体 W7" panose="020C08030202040F0204" pitchFamily="34" charset="-122"/>
                </a:rPr>
                <a:t>2</a:t>
              </a:r>
              <a:endParaRPr/>
            </a:p>
          </p:txBody>
        </p:sp>
      </p:grpSp>
      <p:sp>
        <p:nvSpPr>
          <p:cNvPr id="25" name="采用腾讯新视觉系统配色方案"/>
          <p:cNvSpPr txBox="true"/>
          <p:nvPr/>
        </p:nvSpPr>
        <p:spPr>
          <a:xfrm>
            <a:off x="750378" y="933590"/>
            <a:ext cx="11452186" cy="577935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>
            <a:spAutoFit/>
          </a:bodyPr>
          <a:lstStyle>
            <a:lvl1pPr algn="l">
              <a:defRPr sz="3400">
                <a:solidFill>
                  <a:srgbClr val="034FD8"/>
                </a:solidFill>
                <a:latin typeface="+mn-lt"/>
                <a:ea typeface="+mn-ea"/>
                <a:cs typeface="+mn-cs"/>
                <a:sym typeface="TTTGBMedium"/>
              </a:defRPr>
            </a:lvl1pPr>
          </a:lstStyle>
          <a:p>
            <a:pPr/>
            <a:r>
              <a:rPr lang="en-US" altLang="zh-CN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number</a:t>
            </a:r>
            <a:r>
              <a:rPr lang="zh-CN" altLang="en-US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 类型</a:t>
            </a:r>
            <a:endParaRPr lang="en-US" altLang="zh-CN" dirty="false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  <p:sp>
        <p:nvSpPr>
          <p:cNvPr id="26" name="色彩体系"/>
          <p:cNvSpPr txBox="true"/>
          <p:nvPr/>
        </p:nvSpPr>
        <p:spPr>
          <a:xfrm>
            <a:off x="749214" y="436758"/>
            <a:ext cx="1451006" cy="332807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 anchor="b">
            <a:normAutofit/>
          </a:bodyPr>
          <a:lstStyle>
            <a:lvl1pPr algn="l" defTabSz="452007">
              <a:defRPr sz="1540">
                <a:solidFill>
                  <a:srgbClr val="034FD8"/>
                </a:solidFill>
              </a:defRPr>
            </a:lvl1pPr>
          </a:lstStyle>
          <a:p>
            <a:pPr/>
            <a:r>
              <a:rPr lang="zh-CN" altLang="en-US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数据类型</a:t>
            </a:r>
            <a:endParaRPr/>
          </a:p>
        </p:txBody>
      </p:sp>
      <p:sp>
        <p:nvSpPr>
          <p:cNvPr id="27" name="文本框 1"/>
          <p:cNvSpPr txBox="true"/>
          <p:nvPr/>
        </p:nvSpPr>
        <p:spPr>
          <a:xfrm>
            <a:off x="703008" y="1675550"/>
            <a:ext cx="5749871" cy="1855208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true" vertOverflow="overflow" horzOverflow="overflow" vert="horz" wrap="square" lIns="27093" tIns="27093" rIns="27093" bIns="27093" numCol="1" spcCol="38100" rtlCol="false" anchor="ctr">
            <a:spAutoFit/>
          </a:bodyPr>
          <a:lstStyle/>
          <a:p>
            <a:pPr algn="l">
              <a:spcBef>
                <a:spcPts val="600"/>
              </a:spcBef>
              <a:spcAft>
                <a:spcPts val="1200"/>
              </a:spcAft>
            </a:pPr>
            <a:r>
              <a:rPr lang="en-US" altLang="zh-CN" dirty="false"/>
              <a:t>1</a:t>
            </a:r>
            <a:r>
              <a:rPr lang="zh-CN" altLang="en-US" dirty="false"/>
              <a:t>、</a:t>
            </a:r>
            <a:r>
              <a:rPr lang="en-US" altLang="zh-CN" dirty="false"/>
              <a:t>int(py2)</a:t>
            </a:r>
            <a:r>
              <a:rPr lang="zh-CN" altLang="en-US" dirty="false"/>
              <a:t>、</a:t>
            </a:r>
            <a:r>
              <a:rPr lang="en-US" altLang="zh-CN" dirty="false"/>
              <a:t>long</a:t>
            </a:r>
            <a:r>
              <a:rPr lang="zh-CN" altLang="en-US" dirty="false"/>
              <a:t>、</a:t>
            </a:r>
            <a:r>
              <a:rPr lang="en-US" altLang="zh-CN" dirty="false"/>
              <a:t> float</a:t>
            </a:r>
            <a:r>
              <a:rPr lang="zh-CN" altLang="en-US" dirty="false"/>
              <a:t>、 </a:t>
            </a:r>
            <a:r>
              <a:rPr lang="en-US" altLang="zh-CN" dirty="false"/>
              <a:t>complex</a:t>
            </a:r>
            <a:endParaRPr/>
          </a:p>
          <a:p>
            <a:pPr marL="0" marR="0" indent="0" algn="l" defTabSz="587022" rtl="false" fontAlgn="auto" latinLnBrk="false" hangingPunct="false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false" lang="en-US" altLang="zh-CN" sz="2400" b="false" i="false" u="none" strike="noStrike" cap="none" spc="0" normalizeH="false" baseline="0" dirty="false">
                <a:ln>
                  <a:noFill/>
                </a:ln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2</a:t>
            </a:r>
            <a:r>
              <a:rPr kumimoji="false" lang="zh-CN" altLang="en-US" sz="2400" b="false" i="false" u="none" strike="noStrike" cap="none" spc="0" normalizeH="false" baseline="0" dirty="false">
                <a:ln>
                  <a:noFill/>
                </a:ln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、</a:t>
            </a:r>
            <a:r>
              <a:rPr kumimoji="false" lang="en-US" altLang="zh-CN" sz="2400" b="false" i="false" u="none" strike="noStrike" cap="none" spc="0" normalizeH="false" baseline="0" dirty="false">
                <a:ln>
                  <a:noFill/>
                </a:ln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long</a:t>
            </a:r>
            <a:r>
              <a:rPr kumimoji="false" lang="zh-CN" altLang="en-US" sz="2400" b="false" i="false" u="none" strike="noStrike" cap="none" spc="0" normalizeH="false" baseline="0" dirty="false">
                <a:ln>
                  <a:noFill/>
                </a:ln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的实现方式</a:t>
            </a:r>
            <a:endParaRPr kumimoji="false" lang="en-US" altLang="zh-CN" sz="2400" b="false" i="false" u="none" strike="noStrike" cap="none" spc="0" normalizeH="false" baseline="0" dirty="false">
              <a:ln>
                <a:noFill/>
              </a:ln>
              <a:solidFill>
                <a:schemeClr val="accent6">
                  <a:hueOff val="10811956"/>
                  <a:satOff val="-58544"/>
                  <a:lumOff val="-9736"/>
                </a:schemeClr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  <a:p>
            <a:pPr marL="0" marR="0" indent="0" algn="l" defTabSz="587022" rtl="false" fontAlgn="auto" latinLnBrk="false" hangingPunct="false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lang="en-US" altLang="zh-CN" dirty="false"/>
              <a:t>3</a:t>
            </a:r>
            <a:r>
              <a:rPr lang="zh-CN" altLang="en-US" dirty="false"/>
              <a:t>、不同类型之间的二元操作</a:t>
            </a:r>
            <a:endParaRPr kumimoji="false" lang="zh-CN" altLang="en-US" sz="2400" b="false" i="false" u="none" strike="noStrike" cap="none" spc="0" normalizeH="false" baseline="0" dirty="false">
              <a:ln>
                <a:noFill/>
              </a:ln>
              <a:solidFill>
                <a:schemeClr val="accent6">
                  <a:hueOff val="10811956"/>
                  <a:satOff val="-58544"/>
                  <a:lumOff val="-9736"/>
                </a:schemeClr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pic>
        <p:nvPicPr>
          <p:cNvPr id="28" name="图片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861" y="4657892"/>
            <a:ext cx="5767902" cy="2865640"/>
          </a:xfrm>
          <a:prstGeom prst="rect">
            <a:avLst/>
          </a:prstGeom>
        </p:spPr>
      </p:pic>
      <p:pic>
        <p:nvPicPr>
          <p:cNvPr id="29" name="图片 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71" y="3776368"/>
            <a:ext cx="3784600" cy="1524000"/>
          </a:xfrm>
          <a:prstGeom prst="rect">
            <a:avLst/>
          </a:prstGeom>
        </p:spPr>
      </p:pic>
      <p:pic>
        <p:nvPicPr>
          <p:cNvPr id="30" name="图片 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332037" y="5461139"/>
            <a:ext cx="6369714" cy="34826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幻灯片编号"/>
          <p:cNvSpPr txBox="true">
            <a:spLocks noGrp="true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/>
          </a:extLst>
        </p:spPr>
        <p:txBody>
          <a:bodyPr/>
          <a:lstStyle/>
          <a:p>
            <a:pPr/>
            <a:fld id="{86CB4B4D-7CA3-9044-876B-883B54F8677D}" type="slidenum">
              <a:rPr/>
              <a:t>13</a:t>
            </a:fld>
            <a:endParaRPr/>
          </a:p>
        </p:txBody>
      </p:sp>
      <p:grpSp>
        <p:nvGrpSpPr>
          <p:cNvPr id="33" name="成组"/>
          <p:cNvGrpSpPr/>
          <p:nvPr/>
        </p:nvGrpSpPr>
        <p:grpSpPr>
          <a:xfrm>
            <a:off x="359031" y="509387"/>
            <a:ext cx="393149" cy="250614"/>
            <a:chOff x="0" y="0"/>
            <a:chExt cx="393148" cy="250613"/>
          </a:xfrm>
        </p:grpSpPr>
        <p:pic>
          <p:nvPicPr>
            <p:cNvPr id="34" name="图像" descr="图像"/>
            <p:cNvPicPr>
              <a:picLocks noChangeAspect="true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9172" y="0"/>
              <a:ext cx="294804" cy="250614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sp>
          <p:nvSpPr>
            <p:cNvPr id="35" name="2"/>
            <p:cNvSpPr txBox="true"/>
            <p:nvPr/>
          </p:nvSpPr>
          <p:spPr>
            <a:xfrm>
              <a:off x="0" y="10564"/>
              <a:ext cx="393149" cy="229485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wrap="square" lIns="27093" tIns="27093" rIns="27093" bIns="27093" numCol="1" anchor="ctr">
              <a:noAutofit/>
            </a:bodyPr>
            <a:lstStyle>
              <a:lvl1pPr>
                <a:defRPr sz="1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TTTGBMedium"/>
                </a:defRPr>
              </a:lvl1pPr>
            </a:lstStyle>
            <a:p>
              <a:pPr/>
              <a:r>
                <a:rPr>
                  <a:latin typeface="腾讯体 W7" panose="020C08030202040F0204" pitchFamily="34" charset="-122"/>
                  <a:ea typeface="腾讯体 W7" panose="020C08030202040F0204" pitchFamily="34" charset="-122"/>
                </a:rPr>
                <a:t>2</a:t>
              </a:r>
              <a:endParaRPr/>
            </a:p>
          </p:txBody>
        </p:sp>
      </p:grpSp>
      <p:sp>
        <p:nvSpPr>
          <p:cNvPr id="36" name="采用腾讯新视觉系统配色方案"/>
          <p:cNvSpPr txBox="true"/>
          <p:nvPr/>
        </p:nvSpPr>
        <p:spPr>
          <a:xfrm>
            <a:off x="750378" y="933590"/>
            <a:ext cx="11452186" cy="577935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>
            <a:spAutoFit/>
          </a:bodyPr>
          <a:lstStyle>
            <a:lvl1pPr algn="l">
              <a:defRPr sz="3400">
                <a:solidFill>
                  <a:srgbClr val="034FD8"/>
                </a:solidFill>
                <a:latin typeface="+mn-lt"/>
                <a:ea typeface="+mn-ea"/>
                <a:cs typeface="+mn-cs"/>
                <a:sym typeface="TTTGBMedium"/>
              </a:defRPr>
            </a:lvl1pPr>
          </a:lstStyle>
          <a:p>
            <a:pPr/>
            <a:r>
              <a:rPr lang="en-US" altLang="zh-CN" dirty="false" err="true">
                <a:latin typeface="腾讯体 W7" panose="020C08030202040F0204" pitchFamily="34" charset="-122"/>
                <a:ea typeface="腾讯体 W7" panose="020C08030202040F0204" pitchFamily="34" charset="-122"/>
              </a:rPr>
              <a:t>dict</a:t>
            </a:r>
            <a:r>
              <a:rPr lang="zh-CN" altLang="en-US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 类型</a:t>
            </a:r>
            <a:endParaRPr lang="en-US" altLang="zh-CN" dirty="false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  <p:sp>
        <p:nvSpPr>
          <p:cNvPr id="37" name="色彩体系"/>
          <p:cNvSpPr txBox="true"/>
          <p:nvPr/>
        </p:nvSpPr>
        <p:spPr>
          <a:xfrm>
            <a:off x="749214" y="436758"/>
            <a:ext cx="1451006" cy="332807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 anchor="b">
            <a:normAutofit/>
          </a:bodyPr>
          <a:lstStyle>
            <a:lvl1pPr algn="l" defTabSz="452007">
              <a:defRPr sz="1540">
                <a:solidFill>
                  <a:srgbClr val="034FD8"/>
                </a:solidFill>
              </a:defRPr>
            </a:lvl1pPr>
          </a:lstStyle>
          <a:p>
            <a:pPr/>
            <a:r>
              <a:rPr lang="zh-CN" altLang="en-US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数据类型</a:t>
            </a:r>
            <a:endParaRPr/>
          </a:p>
        </p:txBody>
      </p:sp>
      <p:pic>
        <p:nvPicPr>
          <p:cNvPr id="38" name="图片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14" y="1892300"/>
            <a:ext cx="6781800" cy="2984500"/>
          </a:xfrm>
          <a:prstGeom prst="rect">
            <a:avLst/>
          </a:prstGeom>
        </p:spPr>
      </p:pic>
      <p:sp>
        <p:nvSpPr>
          <p:cNvPr id="39" name="文本框 3"/>
          <p:cNvSpPr txBox="true"/>
          <p:nvPr/>
        </p:nvSpPr>
        <p:spPr>
          <a:xfrm>
            <a:off x="749214" y="5298276"/>
            <a:ext cx="1234525" cy="793379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true" vertOverflow="overflow" horzOverflow="overflow" vert="horz" wrap="none" lIns="27093" tIns="27093" rIns="27093" bIns="27093" numCol="1" spcCol="38100" rtlCol="false" anchor="ctr">
            <a:spAutoFit/>
          </a:bodyPr>
          <a:lstStyle/>
          <a:p>
            <a:pPr marL="0" marR="0" indent="0" algn="ctr" defTabSz="587022" rtl="false" fontAlgn="auto" latinLnBrk="false" hangingPunct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false" lang="en-US" altLang="zh-CN" sz="2400" b="false" i="false" u="none" strike="noStrike" cap="none" spc="0" normalizeH="false" baseline="0" dirty="false">
                <a:ln>
                  <a:noFill/>
                </a:ln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1</a:t>
            </a:r>
            <a:r>
              <a:rPr kumimoji="false" lang="zh-CN" altLang="en-US" sz="2400" b="false" i="false" u="none" strike="noStrike" cap="none" spc="0" normalizeH="false" baseline="0" dirty="false">
                <a:ln>
                  <a:noFill/>
                </a:ln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、 查找</a:t>
            </a:r>
            <a:endParaRPr kumimoji="false" lang="en-US" altLang="zh-CN" sz="2400" b="false" i="false" u="none" strike="noStrike" cap="none" spc="0" normalizeH="false" baseline="0" dirty="false">
              <a:ln>
                <a:noFill/>
              </a:ln>
              <a:solidFill>
                <a:schemeClr val="accent6">
                  <a:hueOff val="10811956"/>
                  <a:satOff val="-58544"/>
                  <a:lumOff val="-9736"/>
                </a:schemeClr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  <a:p>
            <a:pPr marL="0" marR="0" indent="0" algn="ctr" defTabSz="587022" rtl="false" fontAlgn="auto" latinLnBrk="false" hangingPunct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dirty="false"/>
              <a:t>2</a:t>
            </a:r>
            <a:r>
              <a:rPr lang="zh-CN" altLang="en-US" dirty="false"/>
              <a:t>、插入</a:t>
            </a:r>
            <a:endParaRPr kumimoji="false" lang="zh-CN" altLang="en-US" sz="2400" b="false" i="false" u="none" strike="noStrike" cap="none" spc="0" normalizeH="false" baseline="0" dirty="false">
              <a:ln>
                <a:noFill/>
              </a:ln>
              <a:solidFill>
                <a:schemeClr val="accent6">
                  <a:hueOff val="10811956"/>
                  <a:satOff val="-58544"/>
                  <a:lumOff val="-9736"/>
                </a:schemeClr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幻灯片编号"/>
          <p:cNvSpPr txBox="true">
            <a:spLocks noGrp="true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/>
          </a:extLst>
        </p:spPr>
        <p:txBody>
          <a:bodyPr/>
          <a:lstStyle/>
          <a:p>
            <a:pPr/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42" name="图表系统"/>
          <p:cNvSpPr txBox="true">
            <a:spLocks noGrp="true"/>
          </p:cNvSpPr>
          <p:nvPr>
            <p:ph type="title"/>
          </p:nvPr>
        </p:nvSpPr>
        <p:spPr>
          <a:xfrm>
            <a:off x="2006830" y="2427252"/>
            <a:ext cx="9445587" cy="152089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7600"/>
            </a:lvl1pPr>
          </a:lstStyle>
          <a:p>
            <a:pPr/>
            <a:r>
              <a:rPr lang="zh-CN" altLang="en-US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内存管理</a:t>
            </a:r>
            <a:endParaRPr dirty="false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  <p:pic>
        <p:nvPicPr>
          <p:cNvPr id="43" name="图像" descr="图像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589549" y="2589218"/>
            <a:ext cx="1168990" cy="993764"/>
          </a:xfrm>
          <a:prstGeom prst="rect">
            <a:avLst/>
          </a:prstGeom>
          <a:ln w="3175">
            <a:miter lim="400000"/>
          </a:ln>
        </p:spPr>
      </p:pic>
      <p:sp>
        <p:nvSpPr>
          <p:cNvPr id="44" name="3"/>
          <p:cNvSpPr txBox="true"/>
          <p:nvPr/>
        </p:nvSpPr>
        <p:spPr>
          <a:xfrm>
            <a:off x="553649" y="2550534"/>
            <a:ext cx="1240791" cy="1039600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 anchor="ctr">
            <a:spAutoFit/>
          </a:bodyPr>
          <a:lstStyle>
            <a:lvl1pPr>
              <a:defRPr sz="6400" b="true">
                <a:solidFill>
                  <a:srgbClr val="FFFFFF"/>
                </a:solidFill>
                <a:latin typeface="+mn-lt"/>
                <a:ea typeface="+mn-ea"/>
                <a:cs typeface="+mn-cs"/>
                <a:sym typeface="TTTGBMedium"/>
              </a:defRPr>
            </a:lvl1pPr>
          </a:lstStyle>
          <a:p>
            <a:pPr/>
            <a:r>
              <a:rPr lang="en-US" altLang="zh-CN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4</a:t>
            </a:r>
            <a:endParaRPr dirty="false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幻灯片编号"/>
          <p:cNvSpPr txBox="true">
            <a:spLocks noGrp="true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/>
          </a:extLst>
        </p:spPr>
        <p:txBody>
          <a:bodyPr/>
          <a:lstStyle/>
          <a:p>
            <a:pPr/>
            <a:fld id="{86CB4B4D-7CA3-9044-876B-883B54F8677D}" type="slidenum">
              <a:rPr/>
              <a:t>15</a:t>
            </a:fld>
            <a:endParaRPr/>
          </a:p>
        </p:txBody>
      </p:sp>
      <p:grpSp>
        <p:nvGrpSpPr>
          <p:cNvPr id="47" name="成组"/>
          <p:cNvGrpSpPr/>
          <p:nvPr/>
        </p:nvGrpSpPr>
        <p:grpSpPr>
          <a:xfrm>
            <a:off x="359031" y="509387"/>
            <a:ext cx="393149" cy="250614"/>
            <a:chOff x="0" y="0"/>
            <a:chExt cx="393148" cy="250613"/>
          </a:xfrm>
        </p:grpSpPr>
        <p:pic>
          <p:nvPicPr>
            <p:cNvPr id="48" name="图像" descr="图像"/>
            <p:cNvPicPr>
              <a:picLocks noChangeAspect="true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9172" y="0"/>
              <a:ext cx="294804" cy="250614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sp>
          <p:nvSpPr>
            <p:cNvPr id="49" name="3"/>
            <p:cNvSpPr txBox="true"/>
            <p:nvPr/>
          </p:nvSpPr>
          <p:spPr>
            <a:xfrm>
              <a:off x="0" y="10564"/>
              <a:ext cx="393149" cy="229485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wrap="square" lIns="27093" tIns="27093" rIns="27093" bIns="27093" numCol="1" anchor="ctr">
              <a:noAutofit/>
            </a:bodyPr>
            <a:lstStyle>
              <a:lvl1pPr>
                <a:defRPr sz="1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TTTGBMedium"/>
                </a:defRPr>
              </a:lvl1pPr>
            </a:lstStyle>
            <a:p>
              <a:pPr/>
              <a:r>
                <a:rPr lang="en-US" altLang="zh-CN" dirty="false">
                  <a:latin typeface="腾讯体 W7" panose="020C08030202040F0204" pitchFamily="34" charset="-122"/>
                  <a:ea typeface="腾讯体 W7" panose="020C08030202040F0204" pitchFamily="34" charset="-122"/>
                </a:rPr>
                <a:t>4</a:t>
              </a:r>
              <a:endParaRPr dirty="false">
                <a:latin typeface="腾讯体 W7" panose="020C08030202040F0204" pitchFamily="34" charset="-122"/>
                <a:ea typeface="腾讯体 W7" panose="020C08030202040F0204" pitchFamily="34" charset="-122"/>
              </a:endParaRPr>
            </a:p>
          </p:txBody>
        </p:sp>
      </p:grpSp>
      <p:sp>
        <p:nvSpPr>
          <p:cNvPr id="50" name="面积图样式参考"/>
          <p:cNvSpPr txBox="true"/>
          <p:nvPr/>
        </p:nvSpPr>
        <p:spPr>
          <a:xfrm>
            <a:off x="750378" y="933590"/>
            <a:ext cx="11452186" cy="577935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>
            <a:spAutoFit/>
          </a:bodyPr>
          <a:lstStyle>
            <a:lvl1pPr algn="l">
              <a:defRPr sz="3400">
                <a:solidFill>
                  <a:srgbClr val="034FD8"/>
                </a:solidFill>
                <a:latin typeface="+mn-lt"/>
                <a:ea typeface="+mn-ea"/>
                <a:cs typeface="+mn-cs"/>
                <a:sym typeface="TTTGBMedium"/>
              </a:defRPr>
            </a:lvl1pPr>
          </a:lstStyle>
          <a:p>
            <a:pPr/>
            <a:r>
              <a:rPr lang="zh-CN" altLang="en-US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内存管理</a:t>
            </a:r>
            <a:endParaRPr dirty="false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  <p:sp>
        <p:nvSpPr>
          <p:cNvPr id="51" name="图表系统"/>
          <p:cNvSpPr txBox="true"/>
          <p:nvPr/>
        </p:nvSpPr>
        <p:spPr>
          <a:xfrm>
            <a:off x="749214" y="436758"/>
            <a:ext cx="1451006" cy="332807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 anchor="b">
            <a:normAutofit/>
          </a:bodyPr>
          <a:lstStyle>
            <a:lvl1pPr algn="l" defTabSz="452007">
              <a:defRPr sz="1540">
                <a:solidFill>
                  <a:srgbClr val="034FD8"/>
                </a:solidFill>
              </a:defRPr>
            </a:lvl1pPr>
          </a:lstStyle>
          <a:p>
            <a:pPr/>
            <a:r>
              <a:rPr lang="zh-CN" altLang="en-US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内存管理</a:t>
            </a:r>
            <a:endParaRPr dirty="false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  <p:sp>
        <p:nvSpPr>
          <p:cNvPr id="52" name="矩形 3"/>
          <p:cNvSpPr/>
          <p:nvPr/>
        </p:nvSpPr>
        <p:spPr>
          <a:xfrm>
            <a:off x="555605" y="1908829"/>
            <a:ext cx="123518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dirty="false"/>
              <a:t>| Raw domain       |  申请非Python Object 相关</a:t>
            </a:r>
            <a:r>
              <a:rPr lang="en-US" altLang="zh-CN" dirty="false"/>
              <a:t>&amp;&gt;256k</a:t>
            </a:r>
            <a:r>
              <a:rPr lang="zh-CN" altLang="en-US" dirty="false"/>
              <a:t>对象内存</a:t>
            </a:r>
            <a:r>
              <a:rPr lang="en-US" altLang="zh-CN" dirty="false"/>
              <a:t>,</a:t>
            </a:r>
            <a:r>
              <a:rPr lang="zh-CN" altLang="en-US" dirty="false"/>
              <a:t>通过 malloc() 申请堆内存  </a:t>
            </a:r>
            <a:endParaRPr/>
          </a:p>
          <a:p>
            <a:pPr algn="l"/>
            <a:r>
              <a:rPr lang="zh-CN" altLang="en-US" dirty="false"/>
              <a:t>| Object domain    |  Python Object 相关的内存分配，通过pymalloc() 申请私有堆内存 </a:t>
            </a:r>
            <a:endParaRPr/>
          </a:p>
          <a:p>
            <a:pPr algn="l"/>
            <a:r>
              <a:rPr lang="zh-CN" altLang="en-US" dirty="false"/>
              <a:t>| PyMem domain  |  兼容旧版本api，通过pymalloc() 申请私有堆内存                </a:t>
            </a:r>
            <a:endParaRPr/>
          </a:p>
        </p:txBody>
      </p:sp>
      <p:pic>
        <p:nvPicPr>
          <p:cNvPr id="53" name="图片 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03" y="3695648"/>
            <a:ext cx="5918200" cy="1714500"/>
          </a:xfrm>
          <a:prstGeom prst="rect">
            <a:avLst/>
          </a:prstGeom>
        </p:spPr>
      </p:pic>
      <p:pic>
        <p:nvPicPr>
          <p:cNvPr id="54" name="图片 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03" y="6439993"/>
            <a:ext cx="6045200" cy="1955800"/>
          </a:xfrm>
          <a:prstGeom prst="rect">
            <a:avLst/>
          </a:prstGeom>
        </p:spPr>
      </p:pic>
      <p:cxnSp>
        <p:nvCxnSpPr>
          <p:cNvPr id="55" name="直线箭头连接符 7"/>
          <p:cNvCxnSpPr/>
          <p:nvPr/>
        </p:nvCxnSpPr>
        <p:spPr>
          <a:xfrm>
            <a:off x="1519687" y="4771229"/>
            <a:ext cx="1538306" cy="180945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图片 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552" y="6541593"/>
            <a:ext cx="6045200" cy="1752600"/>
          </a:xfrm>
          <a:prstGeom prst="rect">
            <a:avLst/>
          </a:prstGeom>
        </p:spPr>
      </p:pic>
      <p:cxnSp>
        <p:nvCxnSpPr>
          <p:cNvPr id="57" name="直线箭头连接符 12"/>
          <p:cNvCxnSpPr>
            <a:endCxn id="56" idx="1"/>
          </p:cNvCxnSpPr>
          <p:nvPr/>
        </p:nvCxnSpPr>
        <p:spPr>
          <a:xfrm>
            <a:off x="2533338" y="7417893"/>
            <a:ext cx="4198214" cy="0"/>
          </a:xfrm>
          <a:prstGeom prst="straightConnector1">
            <a:avLst/>
          </a:prstGeom>
          <a:noFill/>
          <a:ln w="1905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幻灯片编号"/>
          <p:cNvSpPr txBox="true">
            <a:spLocks noGrp="true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/>
          </a:extLst>
        </p:spPr>
        <p:txBody>
          <a:bodyPr/>
          <a:lstStyle/>
          <a:p>
            <a:pPr/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60" name="图表色彩参考"/>
          <p:cNvSpPr txBox="true"/>
          <p:nvPr/>
        </p:nvSpPr>
        <p:spPr>
          <a:xfrm>
            <a:off x="749214" y="1819150"/>
            <a:ext cx="11452186" cy="2744682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 anchor="ctr">
            <a:spAutoFit/>
          </a:bodyPr>
          <a:lstStyle>
            <a:lvl1pPr algn="l">
              <a:lnSpc>
                <a:spcPct val="80000"/>
              </a:lnSpc>
              <a:defRPr sz="2600">
                <a:solidFill>
                  <a:srgbClr val="034FD8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、每个对象实例都有 </a:t>
            </a:r>
            <a:r>
              <a:rPr lang="en-US" altLang="zh-CN" dirty="false" err="tru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ob_refcnt</a:t>
            </a:r>
            <a:r>
              <a:rPr lang="zh-CN" altLang="en-US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字段记录被引用的次数。</a:t>
            </a:r>
            <a:endParaRPr lang="en-US" altLang="zh-CN" dirty="false">
              <a:solidFill>
                <a:srgbClr val="53585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、对有新引用时 </a:t>
            </a:r>
            <a:r>
              <a:rPr lang="en-US" altLang="zh-CN" dirty="false" err="tru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ob_refcnt</a:t>
            </a:r>
            <a:r>
              <a:rPr lang="en-US" altLang="zh-CN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++</a:t>
            </a:r>
            <a:endParaRPr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、当引用失效时，</a:t>
            </a:r>
            <a:r>
              <a:rPr lang="en-US" altLang="zh-CN" dirty="false" err="tru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ob_refcnt</a:t>
            </a:r>
            <a:r>
              <a:rPr lang="zh-CN" altLang="en-US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endParaRPr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、如果 </a:t>
            </a:r>
            <a:r>
              <a:rPr lang="en-US" altLang="zh-CN" dirty="false" err="tru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ob_refcnt</a:t>
            </a:r>
            <a:r>
              <a:rPr lang="en-US" altLang="zh-CN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=0</a:t>
            </a:r>
            <a:r>
              <a:rPr lang="zh-CN" altLang="en-US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，则会调用对应 </a:t>
            </a:r>
            <a:r>
              <a:rPr lang="en-US" altLang="zh-CN" dirty="false" err="tru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dealloc</a:t>
            </a:r>
            <a:r>
              <a:rPr lang="zh-CN" altLang="en-US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释放内存</a:t>
            </a:r>
            <a:endParaRPr lang="en-US" altLang="zh-CN" dirty="false">
              <a:solidFill>
                <a:srgbClr val="53585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zh-CN" dirty="false">
              <a:solidFill>
                <a:srgbClr val="53585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引用的加减由在</a:t>
            </a:r>
            <a:r>
              <a:rPr lang="en-US" altLang="zh-CN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bytecode</a:t>
            </a:r>
            <a:r>
              <a:rPr lang="zh-CN" altLang="en-US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的执行中调用</a:t>
            </a:r>
            <a:r>
              <a:rPr lang="en-US" altLang="zh-CN" dirty="false" err="tru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Py_INCREF</a:t>
            </a:r>
            <a:r>
              <a:rPr lang="zh-CN" altLang="en-US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dirty="false" err="tru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Py_DECREF</a:t>
            </a:r>
            <a:endParaRPr lang="en-US" altLang="zh-CN" dirty="false">
              <a:solidFill>
                <a:srgbClr val="53585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61" name="成组"/>
          <p:cNvGrpSpPr/>
          <p:nvPr/>
        </p:nvGrpSpPr>
        <p:grpSpPr>
          <a:xfrm>
            <a:off x="359031" y="509387"/>
            <a:ext cx="393149" cy="250614"/>
            <a:chOff x="0" y="0"/>
            <a:chExt cx="393148" cy="250613"/>
          </a:xfrm>
        </p:grpSpPr>
        <p:pic>
          <p:nvPicPr>
            <p:cNvPr id="62" name="图像" descr="图像"/>
            <p:cNvPicPr>
              <a:picLocks noChangeAspect="true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9172" y="0"/>
              <a:ext cx="294804" cy="250614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sp>
          <p:nvSpPr>
            <p:cNvPr id="63" name="3"/>
            <p:cNvSpPr txBox="true"/>
            <p:nvPr/>
          </p:nvSpPr>
          <p:spPr>
            <a:xfrm>
              <a:off x="0" y="10564"/>
              <a:ext cx="393149" cy="229485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wrap="square" lIns="27093" tIns="27093" rIns="27093" bIns="27093" numCol="1" anchor="ctr">
              <a:noAutofit/>
            </a:bodyPr>
            <a:lstStyle>
              <a:lvl1pPr>
                <a:defRPr sz="1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TTTGBMedium"/>
                </a:defRPr>
              </a:lvl1pPr>
            </a:lstStyle>
            <a:p>
              <a:pPr/>
              <a:r>
                <a:rPr lang="en-US" altLang="zh-CN" dirty="false">
                  <a:latin typeface="腾讯体 W7" panose="020C08030202040F0204" pitchFamily="34" charset="-122"/>
                  <a:ea typeface="腾讯体 W7" panose="020C08030202040F0204" pitchFamily="34" charset="-122"/>
                </a:rPr>
                <a:t>4</a:t>
              </a:r>
              <a:endParaRPr dirty="false">
                <a:latin typeface="腾讯体 W7" panose="020C08030202040F0204" pitchFamily="34" charset="-122"/>
                <a:ea typeface="腾讯体 W7" panose="020C08030202040F0204" pitchFamily="34" charset="-122"/>
              </a:endParaRPr>
            </a:p>
          </p:txBody>
        </p:sp>
      </p:grpSp>
      <p:sp>
        <p:nvSpPr>
          <p:cNvPr id="64" name="面积图样式参考"/>
          <p:cNvSpPr txBox="true"/>
          <p:nvPr/>
        </p:nvSpPr>
        <p:spPr>
          <a:xfrm>
            <a:off x="750378" y="933590"/>
            <a:ext cx="11452186" cy="577935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>
            <a:spAutoFit/>
          </a:bodyPr>
          <a:lstStyle>
            <a:lvl1pPr algn="l">
              <a:defRPr sz="3400">
                <a:solidFill>
                  <a:srgbClr val="034FD8"/>
                </a:solidFill>
                <a:latin typeface="+mn-lt"/>
                <a:ea typeface="+mn-ea"/>
                <a:cs typeface="+mn-cs"/>
                <a:sym typeface="TTTGBMedium"/>
              </a:defRPr>
            </a:lvl1pPr>
          </a:lstStyle>
          <a:p>
            <a:pPr/>
            <a:r>
              <a:rPr lang="zh-CN" altLang="en-US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引用计数</a:t>
            </a:r>
            <a:endParaRPr dirty="false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  <p:sp>
        <p:nvSpPr>
          <p:cNvPr id="65" name="图表系统"/>
          <p:cNvSpPr txBox="true"/>
          <p:nvPr/>
        </p:nvSpPr>
        <p:spPr>
          <a:xfrm>
            <a:off x="749214" y="436758"/>
            <a:ext cx="1451006" cy="332807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 anchor="b">
            <a:normAutofit/>
          </a:bodyPr>
          <a:lstStyle>
            <a:lvl1pPr algn="l" defTabSz="452007">
              <a:defRPr sz="1540">
                <a:solidFill>
                  <a:srgbClr val="034FD8"/>
                </a:solidFill>
              </a:defRPr>
            </a:lvl1pPr>
          </a:lstStyle>
          <a:p>
            <a:pPr/>
            <a:r>
              <a:rPr lang="zh-CN" altLang="en-US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内存管理</a:t>
            </a:r>
            <a:endParaRPr dirty="false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  <p:pic>
        <p:nvPicPr>
          <p:cNvPr id="66" name="图片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05" y="4887699"/>
            <a:ext cx="5486400" cy="4076700"/>
          </a:xfrm>
          <a:prstGeom prst="rect">
            <a:avLst/>
          </a:prstGeom>
        </p:spPr>
      </p:pic>
      <p:pic>
        <p:nvPicPr>
          <p:cNvPr id="67" name="图片 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876" y="4903942"/>
            <a:ext cx="4382257" cy="40834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幻灯片编号"/>
          <p:cNvSpPr txBox="true">
            <a:spLocks noGrp="true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/>
          </a:extLst>
        </p:spPr>
        <p:txBody>
          <a:bodyPr/>
          <a:lstStyle/>
          <a:p>
            <a:pPr/>
            <a:fld id="{86CB4B4D-7CA3-9044-876B-883B54F8677D}" type="slidenum">
              <a:rPr/>
              <a:t>17</a:t>
            </a:fld>
            <a:endParaRPr/>
          </a:p>
        </p:txBody>
      </p:sp>
      <p:grpSp>
        <p:nvGrpSpPr>
          <p:cNvPr id="70" name="成组"/>
          <p:cNvGrpSpPr/>
          <p:nvPr/>
        </p:nvGrpSpPr>
        <p:grpSpPr>
          <a:xfrm>
            <a:off x="359031" y="509387"/>
            <a:ext cx="393149" cy="250614"/>
            <a:chOff x="0" y="0"/>
            <a:chExt cx="393148" cy="250613"/>
          </a:xfrm>
        </p:grpSpPr>
        <p:pic>
          <p:nvPicPr>
            <p:cNvPr id="71" name="图像" descr="图像"/>
            <p:cNvPicPr>
              <a:picLocks noChangeAspect="true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9172" y="0"/>
              <a:ext cx="294804" cy="250614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sp>
          <p:nvSpPr>
            <p:cNvPr id="72" name="3"/>
            <p:cNvSpPr txBox="true"/>
            <p:nvPr/>
          </p:nvSpPr>
          <p:spPr>
            <a:xfrm>
              <a:off x="0" y="10564"/>
              <a:ext cx="393149" cy="229485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wrap="square" lIns="27093" tIns="27093" rIns="27093" bIns="27093" numCol="1" anchor="ctr">
              <a:noAutofit/>
            </a:bodyPr>
            <a:lstStyle>
              <a:lvl1pPr>
                <a:defRPr sz="1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TTTGBMedium"/>
                </a:defRPr>
              </a:lvl1pPr>
            </a:lstStyle>
            <a:p>
              <a:pPr/>
              <a:r>
                <a:rPr lang="en-US" altLang="zh-CN" dirty="false">
                  <a:latin typeface="腾讯体 W7" panose="020C08030202040F0204" pitchFamily="34" charset="-122"/>
                  <a:ea typeface="腾讯体 W7" panose="020C08030202040F0204" pitchFamily="34" charset="-122"/>
                </a:rPr>
                <a:t>4</a:t>
              </a:r>
              <a:endParaRPr dirty="false">
                <a:latin typeface="腾讯体 W7" panose="020C08030202040F0204" pitchFamily="34" charset="-122"/>
                <a:ea typeface="腾讯体 W7" panose="020C08030202040F0204" pitchFamily="34" charset="-122"/>
              </a:endParaRPr>
            </a:p>
          </p:txBody>
        </p:sp>
      </p:grpSp>
      <p:sp>
        <p:nvSpPr>
          <p:cNvPr id="73" name="面积图样式参考"/>
          <p:cNvSpPr txBox="true"/>
          <p:nvPr/>
        </p:nvSpPr>
        <p:spPr>
          <a:xfrm>
            <a:off x="750378" y="933590"/>
            <a:ext cx="11452186" cy="577935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>
            <a:spAutoFit/>
          </a:bodyPr>
          <a:lstStyle>
            <a:lvl1pPr algn="l">
              <a:defRPr sz="3400">
                <a:solidFill>
                  <a:srgbClr val="034FD8"/>
                </a:solidFill>
                <a:latin typeface="+mn-lt"/>
                <a:ea typeface="+mn-ea"/>
                <a:cs typeface="+mn-cs"/>
                <a:sym typeface="TTTGBMedium"/>
              </a:defRPr>
            </a:lvl1pPr>
          </a:lstStyle>
          <a:p>
            <a:pPr/>
            <a:r>
              <a:rPr lang="en-US" altLang="zh-CN" dirty="false" err="true">
                <a:latin typeface="腾讯体 W7" panose="020C08030202040F0204" pitchFamily="34" charset="-122"/>
                <a:ea typeface="腾讯体 W7" panose="020C08030202040F0204" pitchFamily="34" charset="-122"/>
              </a:rPr>
              <a:t>gc</a:t>
            </a:r>
            <a:endParaRPr dirty="false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  <p:sp>
        <p:nvSpPr>
          <p:cNvPr id="74" name="图表系统"/>
          <p:cNvSpPr txBox="true"/>
          <p:nvPr/>
        </p:nvSpPr>
        <p:spPr>
          <a:xfrm>
            <a:off x="749214" y="436758"/>
            <a:ext cx="1451006" cy="332807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 anchor="b">
            <a:normAutofit/>
          </a:bodyPr>
          <a:lstStyle>
            <a:lvl1pPr algn="l" defTabSz="452007">
              <a:defRPr sz="1540">
                <a:solidFill>
                  <a:srgbClr val="034FD8"/>
                </a:solidFill>
              </a:defRPr>
            </a:lvl1pPr>
          </a:lstStyle>
          <a:p>
            <a:pPr/>
            <a:r>
              <a:rPr lang="zh-CN" altLang="en-US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内存管理</a:t>
            </a:r>
            <a:endParaRPr dirty="false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  <p:sp>
        <p:nvSpPr>
          <p:cNvPr id="75" name="图表色彩参考"/>
          <p:cNvSpPr txBox="true"/>
          <p:nvPr/>
        </p:nvSpPr>
        <p:spPr>
          <a:xfrm>
            <a:off x="703008" y="2037281"/>
            <a:ext cx="11452186" cy="374803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27093" tIns="27093" rIns="27093" bIns="27093" anchor="ctr">
            <a:spAutoFit/>
          </a:bodyPr>
          <a:lstStyle>
            <a:lvl1pPr algn="l">
              <a:lnSpc>
                <a:spcPct val="80000"/>
              </a:lnSpc>
              <a:defRPr sz="2600">
                <a:solidFill>
                  <a:srgbClr val="034FD8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</a:t>
            </a:r>
            <a:r>
              <a:rPr lang="zh-CN" altLang="en-US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作为引用计数的补充。</a:t>
            </a:r>
            <a:endParaRPr lang="en-US" altLang="zh-CN" dirty="false">
              <a:solidFill>
                <a:srgbClr val="53585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6" name="矩形 1"/>
          <p:cNvSpPr/>
          <p:nvPr/>
        </p:nvSpPr>
        <p:spPr>
          <a:xfrm>
            <a:off x="703007" y="2845475"/>
            <a:ext cx="1017985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、只有可变的容器类型才会被</a:t>
            </a:r>
            <a:r>
              <a:rPr lang="en-US" altLang="zh-CN" dirty="false" err="tru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gc</a:t>
            </a:r>
            <a:r>
              <a:rPr lang="zh-CN" altLang="en-US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追踪</a:t>
            </a:r>
            <a:r>
              <a:rPr lang="en-US" altLang="zh-CN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altLang="zh-CN" dirty="false" err="true"/>
              <a:t>Py_TPFLAGS_HAVE_GC</a:t>
            </a:r>
            <a:r>
              <a:rPr lang="en-US" altLang="zh-CN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/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dirty="false" err="true"/>
              <a:t>PyGC_Head</a:t>
            </a:r>
            <a:r>
              <a:rPr lang="en-US" altLang="zh-CN" dirty="false"/>
              <a:t>(</a:t>
            </a:r>
            <a:r>
              <a:rPr lang="zh-CN" altLang="en-US" dirty="false"/>
              <a:t>和</a:t>
            </a:r>
            <a:r>
              <a:rPr lang="en-US" altLang="zh-CN" dirty="false"/>
              <a:t>Container</a:t>
            </a:r>
            <a:r>
              <a:rPr lang="zh-CN" altLang="en-US" dirty="false"/>
              <a:t> </a:t>
            </a:r>
            <a:r>
              <a:rPr lang="en-US" altLang="zh-CN" dirty="false"/>
              <a:t>Object</a:t>
            </a:r>
            <a:r>
              <a:rPr lang="zh-CN" altLang="en-US" dirty="false"/>
              <a:t>一起存放</a:t>
            </a:r>
            <a:r>
              <a:rPr lang="en-US" altLang="zh-CN" dirty="false"/>
              <a:t>)</a:t>
            </a:r>
            <a:r>
              <a:rPr lang="zh-CN" altLang="en-US" dirty="false"/>
              <a:t>双向链表</a:t>
            </a:r>
            <a:endParaRPr lang="en-US" altLang="zh-CN" dirty="false"/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、分代回收 </a:t>
            </a:r>
            <a:r>
              <a:rPr lang="en-US" altLang="zh-CN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generation</a:t>
            </a:r>
            <a:r>
              <a:rPr lang="zh-CN" altLang="en-US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/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、清理方式：将</a:t>
            </a:r>
            <a:r>
              <a:rPr lang="en-US" altLang="zh-CN" dirty="false" err="tru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refcnt</a:t>
            </a:r>
            <a:r>
              <a:rPr lang="zh-CN" altLang="en-US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置为</a:t>
            </a:r>
            <a:r>
              <a:rPr lang="en-US" altLang="zh-CN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dirty="false">
                <a:solidFill>
                  <a:srgbClr val="5358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触发内存释放。</a:t>
            </a:r>
            <a:endParaRPr lang="en-US" altLang="zh-CN" dirty="false">
              <a:solidFill>
                <a:srgbClr val="53585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7" name="图片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05" y="5051498"/>
            <a:ext cx="6921500" cy="1701800"/>
          </a:xfrm>
          <a:prstGeom prst="rect">
            <a:avLst/>
          </a:prstGeom>
        </p:spPr>
      </p:pic>
      <p:pic>
        <p:nvPicPr>
          <p:cNvPr id="78" name="Picture 2"/>
          <p:cNvPicPr>
            <a:picLocks noChangeAspect="true" noChangeArrowheads="true"/>
          </p:cNvPicPr>
          <p:nvPr/>
        </p:nvPicPr>
        <p:blipFill>
          <a:blip r:embed="rId3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555605" y="6566624"/>
            <a:ext cx="9144000" cy="2667000"/>
          </a:xfrm>
          <a:prstGeom prst="rect">
            <a:avLst/>
          </a:prstGeom>
          <a:noFill/>
          <a:extLst>
            <a:ext uri="{909E8E84-426E-40DD-AFC4-6F175D3DCCD1}"/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幻灯片编号"/>
          <p:cNvSpPr txBox="true">
            <a:spLocks noGrp="true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/>
          </a:extLst>
        </p:spPr>
        <p:txBody>
          <a:bodyPr/>
          <a:lstStyle/>
          <a:p>
            <a:pPr/>
            <a:fld id="{86CB4B4D-7CA3-9044-876B-883B54F8677D}" type="slidenum">
              <a:rPr/>
              <a:t>18</a:t>
            </a:fld>
            <a:endParaRPr/>
          </a:p>
        </p:txBody>
      </p:sp>
      <p:sp>
        <p:nvSpPr>
          <p:cNvPr id="81" name="版式设计…"/>
          <p:cNvSpPr txBox="true">
            <a:spLocks noGrp="true"/>
          </p:cNvSpPr>
          <p:nvPr>
            <p:ph type="body" sz="half"/>
          </p:nvPr>
        </p:nvSpPr>
        <p:spPr>
          <a:xfrm>
            <a:off x="546926" y="2352800"/>
            <a:ext cx="8209935" cy="2186561"/>
          </a:xfrm>
          <a:prstGeom prst="rect">
            <a:avLst/>
          </a:prstGeom>
        </p:spPr>
        <p:txBody>
          <a:bodyPr/>
          <a:lstStyle/>
          <a:p>
            <a:pPr marL="281353" indent="-281353" algn="l">
              <a:lnSpc>
                <a:spcPct val="80000"/>
              </a:lnSpc>
              <a:spcBef>
                <a:spcPts val="3500"/>
              </a:spcBef>
              <a:buSzPct val="75000"/>
              <a:buFontTx/>
              <a:buChar char="•"/>
              <a:defRPr sz="2800"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  <a:t>分析内部函数的执行 </a:t>
            </a:r>
            <a:r>
              <a:rPr lang="en" altLang="zh-CN" dirty="false" err="true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en" altLang="zh-CN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  <a:t>. </a:t>
            </a:r>
            <a:r>
              <a:rPr lang="en" altLang="zh-CN" dirty="false" err="true">
                <a:latin typeface="Microsoft YaHei" panose="020B0503020204020204" pitchFamily="34" charset="-122"/>
                <a:ea typeface="Microsoft YaHei" panose="020B0503020204020204" pitchFamily="34" charset="-122"/>
              </a:rPr>
              <a:t>dis.dis</a:t>
            </a:r>
            <a:r>
              <a:rPr lang="en" altLang="zh-CN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" altLang="zh-CN" dirty="false" err="true">
                <a:latin typeface="Microsoft YaHei" panose="020B0503020204020204" pitchFamily="34" charset="-122"/>
                <a:ea typeface="Microsoft YaHei" panose="020B0503020204020204" pitchFamily="34" charset="-122"/>
              </a:rPr>
              <a:t>xx.pyc</a:t>
            </a:r>
            <a:r>
              <a:rPr lang="zh-CN" altLang="en" dirty="false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dirty="false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1353" indent="-281353" algn="l">
              <a:lnSpc>
                <a:spcPct val="80000"/>
              </a:lnSpc>
              <a:spcBef>
                <a:spcPts val="3500"/>
              </a:spcBef>
              <a:buSzPct val="75000"/>
              <a:buChar char="•"/>
              <a:defRPr sz="2800">
                <a:solidFill>
                  <a:schemeClr val="accent6">
                    <a:hueOff val="10811956"/>
                    <a:satOff val="-58544"/>
                    <a:lumOff val="-9736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dirty="false" err="true">
                <a:latin typeface="Microsoft YaHei" panose="020B0503020204020204" pitchFamily="34" charset="-122"/>
                <a:ea typeface="Microsoft YaHei" panose="020B0503020204020204" pitchFamily="34" charset="-122"/>
              </a:rPr>
              <a:t>胶水语言</a:t>
            </a:r>
            <a:endParaRPr lang="en-US" dirty="false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2" name="目录"/>
          <p:cNvSpPr txBox="true">
            <a:spLocks noGrp="true"/>
          </p:cNvSpPr>
          <p:nvPr>
            <p:ph type="title"/>
          </p:nvPr>
        </p:nvSpPr>
        <p:spPr>
          <a:xfrm>
            <a:off x="749214" y="1412028"/>
            <a:ext cx="6534252" cy="1084440"/>
          </a:xfrm>
          <a:prstGeom prst="rect">
            <a:avLst/>
          </a:prstGeom>
        </p:spPr>
        <p:txBody>
          <a:bodyPr anchor="t"/>
          <a:lstStyle>
            <a:lvl1pPr>
              <a:defRPr sz="3600"/>
            </a:lvl1pPr>
          </a:lstStyle>
          <a:p>
            <a:pPr/>
            <a:r>
              <a:rPr lang="zh-CN" altLang="en-US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总结</a:t>
            </a:r>
            <a:endParaRPr dirty="false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  <p:sp>
        <p:nvSpPr>
          <p:cNvPr id="83" name="矩形 1"/>
          <p:cNvSpPr/>
          <p:nvPr/>
        </p:nvSpPr>
        <p:spPr>
          <a:xfrm>
            <a:off x="748085" y="5214239"/>
            <a:ext cx="14157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/>
            <a:r>
              <a:rPr lang="zh-CN" altLang="en-US" dirty="false">
                <a:latin typeface="腾讯体 W7" panose="020C08030202040F0204" pitchFamily="34" charset="-122"/>
                <a:ea typeface="腾讯体 W7" panose="020C08030202040F0204" pitchFamily="34" charset="-122"/>
              </a:rPr>
              <a:t>参考链接</a:t>
            </a:r>
            <a:endParaRPr lang="zh-CN" altLang="en-US" dirty="false"/>
          </a:p>
        </p:txBody>
      </p:sp>
      <p:sp>
        <p:nvSpPr>
          <p:cNvPr id="84" name="文本框 2"/>
          <p:cNvSpPr txBox="true"/>
          <p:nvPr/>
        </p:nvSpPr>
        <p:spPr>
          <a:xfrm>
            <a:off x="748085" y="5675904"/>
            <a:ext cx="8008776" cy="2055263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true" vertOverflow="overflow" horzOverflow="overflow" vert="horz" wrap="square" lIns="27093" tIns="27093" rIns="27093" bIns="27093" numCol="1" spcCol="38100" rtlCol="false" anchor="ctr">
            <a:spAutoFit/>
          </a:bodyPr>
          <a:lstStyle/>
          <a:p>
            <a:pPr algn="l"/>
            <a:r>
              <a:rPr lang="en" altLang="zh-CN" dirty="false">
                <a:hlinkClick r:id="rId1"/>
              </a:rPr>
              <a:t>https://devguide.python.org/</a:t>
            </a:r>
            <a:endParaRPr lang="en" altLang="zh-CN" dirty="false"/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dirty="false">
                <a:hlinkClick r:id="rId2"/>
              </a:rPr>
              <a:t>https://realpython.com/products/cpython-internals-book/</a:t>
            </a:r>
            <a:endParaRPr lang="en-US" altLang="zh-CN" dirty="false"/>
          </a:p>
          <a:p>
            <a:pPr algn="l"/>
            <a:r>
              <a:rPr lang="en-US" altLang="zh-CN" dirty="false">
                <a:hlinkClick r:id="rId3"/>
              </a:rPr>
              <a:t>https://pythontutor.com/visualize.html#mode=edit</a:t>
            </a:r>
            <a:endParaRPr lang="en-US" altLang="zh-CN" dirty="false"/>
          </a:p>
          <a:p>
            <a:pPr algn="l"/>
            <a:r>
              <a:rPr lang="en" altLang="zh-CN" dirty="false">
                <a:hlinkClick r:id="rId4"/>
              </a:rPr>
              <a:t>https://km.woa.com/group/51849/articles/show/486221</a:t>
            </a:r>
            <a:endParaRPr lang="en" altLang="zh-CN" dirty="false"/>
          </a:p>
          <a:p>
            <a:pPr algn="l"/>
            <a:endParaRPr kumimoji="false" lang="zh-CN" altLang="en-US" sz="2400" b="false" i="false" u="none" strike="noStrike" cap="none" spc="0" normalizeH="false" baseline="0" dirty="false">
              <a:ln>
                <a:noFill/>
              </a:ln>
              <a:solidFill>
                <a:schemeClr val="accent6">
                  <a:hueOff val="10811956"/>
                  <a:satOff val="-58544"/>
                  <a:lumOff val="-9736"/>
                </a:schemeClr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>
  <a:themeElements>
    <a:clrScheme name="Gradient">
      <a:dk1>
        <a:srgbClr val="53585F"/>
      </a:dk1>
      <a:lt1>
        <a:srgbClr val="5F3E0C"/>
      </a:lt1>
      <a:dk2>
        <a:srgbClr val="53585F"/>
      </a:dk2>
      <a:lt2>
        <a:srgbClr val="DCDEE0"/>
      </a:lt2>
      <a:accent1>
        <a:srgbClr val="0065C1"/>
      </a:accent1>
      <a:accent2>
        <a:srgbClr val="189B1A"/>
      </a:accent2>
      <a:accent3>
        <a:srgbClr val="008C91"/>
      </a:accent3>
      <a:accent4>
        <a:srgbClr val="5747C1"/>
      </a:accent4>
      <a:accent5>
        <a:srgbClr val="971817"/>
      </a:accent5>
      <a:accent6>
        <a:srgbClr val="BC8027"/>
      </a:accent6>
      <a:hlink>
        <a:srgbClr val="0000FF"/>
      </a:hlink>
      <a:folHlink>
        <a:srgbClr val="FF00FF"/>
      </a:folHlink>
    </a:clrScheme>
    <a:fontScheme name="Gradient">
      <a:majorFont>
        <a:latin typeface="TTTGBMedium"/>
        <a:ea typeface="TTTGBMedium"/>
        <a:cs typeface="TTTGBMedium"/>
      </a:majorFont>
      <a:minorFont>
        <a:latin typeface="TTTGBMedium"/>
        <a:ea typeface="TTTGBMedium"/>
        <a:cs typeface="TTTGBMedium"/>
      </a:minorFont>
    </a:fontScheme>
    <a:fmtScheme name="Gradient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>
  <a:themeElements>
    <a:clrScheme name="Gradient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189B1A"/>
      </a:accent2>
      <a:accent3>
        <a:srgbClr val="008C91"/>
      </a:accent3>
      <a:accent4>
        <a:srgbClr val="5747C1"/>
      </a:accent4>
      <a:accent5>
        <a:srgbClr val="971817"/>
      </a:accent5>
      <a:accent6>
        <a:srgbClr val="BC8027"/>
      </a:accent6>
      <a:hlink>
        <a:srgbClr val="0000FF"/>
      </a:hlink>
      <a:folHlink>
        <a:srgbClr val="FF00FF"/>
      </a:folHlink>
    </a:clrScheme>
    <a:fontScheme name="Gradient">
      <a:majorFont>
        <a:latin typeface="TTTGBMedium"/>
        <a:ea typeface="TTTGBMedium"/>
        <a:cs typeface="TTTGBMedium"/>
      </a:majorFont>
      <a:minorFont>
        <a:latin typeface="TTTGBMedium"/>
        <a:ea typeface="TTTGBMedium"/>
        <a:cs typeface="TTTGBMedium"/>
      </a:minorFont>
    </a:fontScheme>
    <a:fmtScheme name="Gradient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2026-07-01T02:36:54Z</dcterms:created>
  <dcterms:modified xsi:type="dcterms:W3CDTF">2026-07-01T02:36:54Z</dcterms:modified>
</cp:coreProperties>
</file>